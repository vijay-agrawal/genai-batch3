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3"/>
  </p:notesMasterIdLst>
  <p:handoutMasterIdLst>
    <p:handoutMasterId r:id="rId24"/>
  </p:handoutMasterIdLst>
  <p:sldIdLst>
    <p:sldId id="418" r:id="rId5"/>
    <p:sldId id="306" r:id="rId6"/>
    <p:sldId id="434" r:id="rId7"/>
    <p:sldId id="336" r:id="rId8"/>
    <p:sldId id="358" r:id="rId9"/>
    <p:sldId id="462" r:id="rId10"/>
    <p:sldId id="463" r:id="rId11"/>
    <p:sldId id="461" r:id="rId12"/>
    <p:sldId id="468" r:id="rId13"/>
    <p:sldId id="464" r:id="rId14"/>
    <p:sldId id="465" r:id="rId15"/>
    <p:sldId id="466" r:id="rId16"/>
    <p:sldId id="348" r:id="rId17"/>
    <p:sldId id="467" r:id="rId18"/>
    <p:sldId id="382" r:id="rId19"/>
    <p:sldId id="319" r:id="rId20"/>
    <p:sldId id="469" r:id="rId21"/>
    <p:sldId id="460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15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006EFC"/>
    <a:srgbClr val="A4A3A4"/>
    <a:srgbClr val="70F2FF"/>
    <a:srgbClr val="6BBDFA"/>
    <a:srgbClr val="211CE8"/>
    <a:srgbClr val="8C82FF"/>
    <a:srgbClr val="8DA1E2"/>
    <a:srgbClr val="3E0167"/>
    <a:srgbClr val="8CE6F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7" d="100"/>
          <a:sy n="127" d="100"/>
        </p:scale>
        <p:origin x="620" y="300"/>
      </p:cViewPr>
      <p:guideLst>
        <p:guide orient="horz" pos="1620"/>
        <p:guide pos="15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AFD785-FFD8-463F-A386-A3C55055990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A69B296-1753-4FD5-BCF4-752BD7BC7C11}">
      <dgm:prSet/>
      <dgm:spPr/>
      <dgm:t>
        <a:bodyPr/>
        <a:lstStyle/>
        <a:p>
          <a:r>
            <a:rPr lang="en-US" dirty="0"/>
            <a:t>Used public healthcare Q&amp;A sources (</a:t>
          </a:r>
          <a:r>
            <a:rPr lang="en-US" dirty="0" err="1"/>
            <a:t>MedQuAD</a:t>
          </a:r>
          <a:r>
            <a:rPr lang="en-US" dirty="0"/>
            <a:t>) with 12 medical sites  and 17000 large dataset .</a:t>
          </a:r>
        </a:p>
      </dgm:t>
    </dgm:pt>
    <dgm:pt modelId="{00F18962-1370-4F1C-A9DC-D6A5EEDB6AAB}" type="parTrans" cxnId="{1B2B3A7A-C229-4511-96F1-14FA823E2814}">
      <dgm:prSet/>
      <dgm:spPr/>
      <dgm:t>
        <a:bodyPr/>
        <a:lstStyle/>
        <a:p>
          <a:endParaRPr lang="en-US"/>
        </a:p>
      </dgm:t>
    </dgm:pt>
    <dgm:pt modelId="{8D348AB4-5383-4834-BD98-5FE21AE6A9E8}" type="sibTrans" cxnId="{1B2B3A7A-C229-4511-96F1-14FA823E2814}">
      <dgm:prSet/>
      <dgm:spPr/>
      <dgm:t>
        <a:bodyPr/>
        <a:lstStyle/>
        <a:p>
          <a:endParaRPr lang="en-US"/>
        </a:p>
      </dgm:t>
    </dgm:pt>
    <dgm:pt modelId="{37C0CE87-96EF-4DB1-99A1-5B07A159CE01}">
      <dgm:prSet/>
      <dgm:spPr/>
      <dgm:t>
        <a:bodyPr/>
        <a:lstStyle/>
        <a:p>
          <a:r>
            <a:rPr lang="en-US" dirty="0"/>
            <a:t>Cleaned HTML, lowercase normalization, punctuation removal with help of </a:t>
          </a:r>
          <a:r>
            <a:rPr lang="en-US" dirty="0" err="1"/>
            <a:t>beautifulsoap</a:t>
          </a:r>
          <a:endParaRPr lang="en-US" dirty="0"/>
        </a:p>
      </dgm:t>
    </dgm:pt>
    <dgm:pt modelId="{FC11F7AD-2CC6-45ED-9297-95BBAA660941}" type="parTrans" cxnId="{4C5A6966-6AC7-45C5-8ED8-6504E92B1040}">
      <dgm:prSet/>
      <dgm:spPr/>
      <dgm:t>
        <a:bodyPr/>
        <a:lstStyle/>
        <a:p>
          <a:endParaRPr lang="en-US"/>
        </a:p>
      </dgm:t>
    </dgm:pt>
    <dgm:pt modelId="{D54FCC52-D597-42FF-B4FE-C9F29BA71106}" type="sibTrans" cxnId="{4C5A6966-6AC7-45C5-8ED8-6504E92B1040}">
      <dgm:prSet/>
      <dgm:spPr/>
      <dgm:t>
        <a:bodyPr/>
        <a:lstStyle/>
        <a:p>
          <a:endParaRPr lang="en-US"/>
        </a:p>
      </dgm:t>
    </dgm:pt>
    <dgm:pt modelId="{A43520BB-EEC5-4D78-AA33-8946C420FB70}">
      <dgm:prSet/>
      <dgm:spPr/>
      <dgm:t>
        <a:bodyPr/>
        <a:lstStyle/>
        <a:p>
          <a:r>
            <a:rPr lang="en-US" dirty="0"/>
            <a:t>Ensured no data leakage by grouping similar questions in the same data split.</a:t>
          </a:r>
        </a:p>
      </dgm:t>
    </dgm:pt>
    <dgm:pt modelId="{CEB2CFAE-0B8C-4F0F-A312-6FC406C34912}" type="parTrans" cxnId="{DA5D3A5D-98EC-45E0-B299-F4525BDDFCAB}">
      <dgm:prSet/>
      <dgm:spPr/>
      <dgm:t>
        <a:bodyPr/>
        <a:lstStyle/>
        <a:p>
          <a:endParaRPr lang="en-US"/>
        </a:p>
      </dgm:t>
    </dgm:pt>
    <dgm:pt modelId="{E67CA894-C3AA-4E09-908E-5980F850FB7A}" type="sibTrans" cxnId="{DA5D3A5D-98EC-45E0-B299-F4525BDDFCAB}">
      <dgm:prSet/>
      <dgm:spPr/>
      <dgm:t>
        <a:bodyPr/>
        <a:lstStyle/>
        <a:p>
          <a:endParaRPr lang="en-US"/>
        </a:p>
      </dgm:t>
    </dgm:pt>
    <dgm:pt modelId="{46C5B47B-8CE0-4F6C-9998-ACC641252514}" type="pres">
      <dgm:prSet presAssocID="{61AFD785-FFD8-463F-A386-A3C550559907}" presName="root" presStyleCnt="0">
        <dgm:presLayoutVars>
          <dgm:dir/>
          <dgm:resizeHandles val="exact"/>
        </dgm:presLayoutVars>
      </dgm:prSet>
      <dgm:spPr/>
    </dgm:pt>
    <dgm:pt modelId="{E8260FC7-CC0D-4DAD-8F00-F72F0E5D1C60}" type="pres">
      <dgm:prSet presAssocID="{FA69B296-1753-4FD5-BCF4-752BD7BC7C11}" presName="compNode" presStyleCnt="0"/>
      <dgm:spPr/>
    </dgm:pt>
    <dgm:pt modelId="{0FA853ED-42A9-4F22-9788-B2C3F69EE8FC}" type="pres">
      <dgm:prSet presAssocID="{FA69B296-1753-4FD5-BCF4-752BD7BC7C1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mbulance"/>
        </a:ext>
      </dgm:extLst>
    </dgm:pt>
    <dgm:pt modelId="{5506E8BF-8067-4BEA-920D-0CA1BABB36F9}" type="pres">
      <dgm:prSet presAssocID="{FA69B296-1753-4FD5-BCF4-752BD7BC7C11}" presName="spaceRect" presStyleCnt="0"/>
      <dgm:spPr/>
    </dgm:pt>
    <dgm:pt modelId="{2BCD3B92-0D36-4E57-9C7D-56E6B1A262AC}" type="pres">
      <dgm:prSet presAssocID="{FA69B296-1753-4FD5-BCF4-752BD7BC7C11}" presName="textRect" presStyleLbl="revTx" presStyleIdx="0" presStyleCnt="3">
        <dgm:presLayoutVars>
          <dgm:chMax val="1"/>
          <dgm:chPref val="1"/>
        </dgm:presLayoutVars>
      </dgm:prSet>
      <dgm:spPr/>
    </dgm:pt>
    <dgm:pt modelId="{F92FF5D7-2179-45A3-8A78-A814D9B0B027}" type="pres">
      <dgm:prSet presAssocID="{8D348AB4-5383-4834-BD98-5FE21AE6A9E8}" presName="sibTrans" presStyleCnt="0"/>
      <dgm:spPr/>
    </dgm:pt>
    <dgm:pt modelId="{E31D85D4-6AC4-410C-9E40-B08D8821B583}" type="pres">
      <dgm:prSet presAssocID="{37C0CE87-96EF-4DB1-99A1-5B07A159CE01}" presName="compNode" presStyleCnt="0"/>
      <dgm:spPr/>
    </dgm:pt>
    <dgm:pt modelId="{3837521B-C628-40EE-AB0E-D8A219866369}" type="pres">
      <dgm:prSet presAssocID="{37C0CE87-96EF-4DB1-99A1-5B07A159CE0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34DF2EE7-F06D-4266-AEB3-D18B89442FE5}" type="pres">
      <dgm:prSet presAssocID="{37C0CE87-96EF-4DB1-99A1-5B07A159CE01}" presName="spaceRect" presStyleCnt="0"/>
      <dgm:spPr/>
    </dgm:pt>
    <dgm:pt modelId="{346FBEF2-54BD-4EF1-B830-3715AC94E06B}" type="pres">
      <dgm:prSet presAssocID="{37C0CE87-96EF-4DB1-99A1-5B07A159CE01}" presName="textRect" presStyleLbl="revTx" presStyleIdx="1" presStyleCnt="3">
        <dgm:presLayoutVars>
          <dgm:chMax val="1"/>
          <dgm:chPref val="1"/>
        </dgm:presLayoutVars>
      </dgm:prSet>
      <dgm:spPr/>
    </dgm:pt>
    <dgm:pt modelId="{E708D793-D82B-4128-B0A3-DC14768EB938}" type="pres">
      <dgm:prSet presAssocID="{D54FCC52-D597-42FF-B4FE-C9F29BA71106}" presName="sibTrans" presStyleCnt="0"/>
      <dgm:spPr/>
    </dgm:pt>
    <dgm:pt modelId="{D3573336-6EE8-4EB5-9B5C-C3CAE0049F08}" type="pres">
      <dgm:prSet presAssocID="{A43520BB-EEC5-4D78-AA33-8946C420FB70}" presName="compNode" presStyleCnt="0"/>
      <dgm:spPr/>
    </dgm:pt>
    <dgm:pt modelId="{C300B2F6-CB13-4EA0-BBB3-0D9D9A724DC1}" type="pres">
      <dgm:prSet presAssocID="{A43520BB-EEC5-4D78-AA33-8946C420FB7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E8CD5763-409E-4D02-A89D-4D688C97105E}" type="pres">
      <dgm:prSet presAssocID="{A43520BB-EEC5-4D78-AA33-8946C420FB70}" presName="spaceRect" presStyleCnt="0"/>
      <dgm:spPr/>
    </dgm:pt>
    <dgm:pt modelId="{7753D9D7-832E-45E8-A85D-B83A5C78C0DE}" type="pres">
      <dgm:prSet presAssocID="{A43520BB-EEC5-4D78-AA33-8946C420FB7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A5D3A5D-98EC-45E0-B299-F4525BDDFCAB}" srcId="{61AFD785-FFD8-463F-A386-A3C550559907}" destId="{A43520BB-EEC5-4D78-AA33-8946C420FB70}" srcOrd="2" destOrd="0" parTransId="{CEB2CFAE-0B8C-4F0F-A312-6FC406C34912}" sibTransId="{E67CA894-C3AA-4E09-908E-5980F850FB7A}"/>
    <dgm:cxn modelId="{4C5A6966-6AC7-45C5-8ED8-6504E92B1040}" srcId="{61AFD785-FFD8-463F-A386-A3C550559907}" destId="{37C0CE87-96EF-4DB1-99A1-5B07A159CE01}" srcOrd="1" destOrd="0" parTransId="{FC11F7AD-2CC6-45ED-9297-95BBAA660941}" sibTransId="{D54FCC52-D597-42FF-B4FE-C9F29BA71106}"/>
    <dgm:cxn modelId="{0C3C7F54-56E5-4526-BB10-C3226093B6D1}" type="presOf" srcId="{A43520BB-EEC5-4D78-AA33-8946C420FB70}" destId="{7753D9D7-832E-45E8-A85D-B83A5C78C0DE}" srcOrd="0" destOrd="0" presId="urn:microsoft.com/office/officeart/2018/2/layout/IconLabelList"/>
    <dgm:cxn modelId="{52B1FF77-4D49-49AA-9241-E99B408E9C71}" type="presOf" srcId="{61AFD785-FFD8-463F-A386-A3C550559907}" destId="{46C5B47B-8CE0-4F6C-9998-ACC641252514}" srcOrd="0" destOrd="0" presId="urn:microsoft.com/office/officeart/2018/2/layout/IconLabelList"/>
    <dgm:cxn modelId="{1B2B3A7A-C229-4511-96F1-14FA823E2814}" srcId="{61AFD785-FFD8-463F-A386-A3C550559907}" destId="{FA69B296-1753-4FD5-BCF4-752BD7BC7C11}" srcOrd="0" destOrd="0" parTransId="{00F18962-1370-4F1C-A9DC-D6A5EEDB6AAB}" sibTransId="{8D348AB4-5383-4834-BD98-5FE21AE6A9E8}"/>
    <dgm:cxn modelId="{D53513B8-5E27-422F-A4EF-4C1FC4765A7A}" type="presOf" srcId="{37C0CE87-96EF-4DB1-99A1-5B07A159CE01}" destId="{346FBEF2-54BD-4EF1-B830-3715AC94E06B}" srcOrd="0" destOrd="0" presId="urn:microsoft.com/office/officeart/2018/2/layout/IconLabelList"/>
    <dgm:cxn modelId="{BDA338C7-2E9E-4A9E-8CB2-D9575A8F2D92}" type="presOf" srcId="{FA69B296-1753-4FD5-BCF4-752BD7BC7C11}" destId="{2BCD3B92-0D36-4E57-9C7D-56E6B1A262AC}" srcOrd="0" destOrd="0" presId="urn:microsoft.com/office/officeart/2018/2/layout/IconLabelList"/>
    <dgm:cxn modelId="{1BBE049A-90C0-41F9-8344-6494CC0ED469}" type="presParOf" srcId="{46C5B47B-8CE0-4F6C-9998-ACC641252514}" destId="{E8260FC7-CC0D-4DAD-8F00-F72F0E5D1C60}" srcOrd="0" destOrd="0" presId="urn:microsoft.com/office/officeart/2018/2/layout/IconLabelList"/>
    <dgm:cxn modelId="{D5715845-9B6D-42A6-B269-68EA57430D1D}" type="presParOf" srcId="{E8260FC7-CC0D-4DAD-8F00-F72F0E5D1C60}" destId="{0FA853ED-42A9-4F22-9788-B2C3F69EE8FC}" srcOrd="0" destOrd="0" presId="urn:microsoft.com/office/officeart/2018/2/layout/IconLabelList"/>
    <dgm:cxn modelId="{4196A8F3-5D14-4C69-99D3-7A2D05430AED}" type="presParOf" srcId="{E8260FC7-CC0D-4DAD-8F00-F72F0E5D1C60}" destId="{5506E8BF-8067-4BEA-920D-0CA1BABB36F9}" srcOrd="1" destOrd="0" presId="urn:microsoft.com/office/officeart/2018/2/layout/IconLabelList"/>
    <dgm:cxn modelId="{5F5956CA-DA99-4498-AB20-BD3F73201517}" type="presParOf" srcId="{E8260FC7-CC0D-4DAD-8F00-F72F0E5D1C60}" destId="{2BCD3B92-0D36-4E57-9C7D-56E6B1A262AC}" srcOrd="2" destOrd="0" presId="urn:microsoft.com/office/officeart/2018/2/layout/IconLabelList"/>
    <dgm:cxn modelId="{89ED0844-EFCD-4017-86B9-A707731D9297}" type="presParOf" srcId="{46C5B47B-8CE0-4F6C-9998-ACC641252514}" destId="{F92FF5D7-2179-45A3-8A78-A814D9B0B027}" srcOrd="1" destOrd="0" presId="urn:microsoft.com/office/officeart/2018/2/layout/IconLabelList"/>
    <dgm:cxn modelId="{DBD68D6A-80D6-465A-B48A-0728B77E7D9A}" type="presParOf" srcId="{46C5B47B-8CE0-4F6C-9998-ACC641252514}" destId="{E31D85D4-6AC4-410C-9E40-B08D8821B583}" srcOrd="2" destOrd="0" presId="urn:microsoft.com/office/officeart/2018/2/layout/IconLabelList"/>
    <dgm:cxn modelId="{8479501E-9B8C-42DF-8B80-458D8EE2E07B}" type="presParOf" srcId="{E31D85D4-6AC4-410C-9E40-B08D8821B583}" destId="{3837521B-C628-40EE-AB0E-D8A219866369}" srcOrd="0" destOrd="0" presId="urn:microsoft.com/office/officeart/2018/2/layout/IconLabelList"/>
    <dgm:cxn modelId="{C30103CF-7CE9-46A1-AA3D-7836FC92774C}" type="presParOf" srcId="{E31D85D4-6AC4-410C-9E40-B08D8821B583}" destId="{34DF2EE7-F06D-4266-AEB3-D18B89442FE5}" srcOrd="1" destOrd="0" presId="urn:microsoft.com/office/officeart/2018/2/layout/IconLabelList"/>
    <dgm:cxn modelId="{BBA47356-CDCB-4261-BFB9-B822ABBE8B46}" type="presParOf" srcId="{E31D85D4-6AC4-410C-9E40-B08D8821B583}" destId="{346FBEF2-54BD-4EF1-B830-3715AC94E06B}" srcOrd="2" destOrd="0" presId="urn:microsoft.com/office/officeart/2018/2/layout/IconLabelList"/>
    <dgm:cxn modelId="{80CF87E6-84D5-4782-93FB-D0FFF2F9179F}" type="presParOf" srcId="{46C5B47B-8CE0-4F6C-9998-ACC641252514}" destId="{E708D793-D82B-4128-B0A3-DC14768EB938}" srcOrd="3" destOrd="0" presId="urn:microsoft.com/office/officeart/2018/2/layout/IconLabelList"/>
    <dgm:cxn modelId="{B4099896-9AE8-408C-BC77-B01532BEEEB2}" type="presParOf" srcId="{46C5B47B-8CE0-4F6C-9998-ACC641252514}" destId="{D3573336-6EE8-4EB5-9B5C-C3CAE0049F08}" srcOrd="4" destOrd="0" presId="urn:microsoft.com/office/officeart/2018/2/layout/IconLabelList"/>
    <dgm:cxn modelId="{A616D13E-3343-4F30-A1D0-556EC920224D}" type="presParOf" srcId="{D3573336-6EE8-4EB5-9B5C-C3CAE0049F08}" destId="{C300B2F6-CB13-4EA0-BBB3-0D9D9A724DC1}" srcOrd="0" destOrd="0" presId="urn:microsoft.com/office/officeart/2018/2/layout/IconLabelList"/>
    <dgm:cxn modelId="{AF643C5E-EAC2-4643-B8BE-99968ABE0948}" type="presParOf" srcId="{D3573336-6EE8-4EB5-9B5C-C3CAE0049F08}" destId="{E8CD5763-409E-4D02-A89D-4D688C97105E}" srcOrd="1" destOrd="0" presId="urn:microsoft.com/office/officeart/2018/2/layout/IconLabelList"/>
    <dgm:cxn modelId="{251F8CE7-E642-4AA2-B913-F9FB7AA9EC82}" type="presParOf" srcId="{D3573336-6EE8-4EB5-9B5C-C3CAE0049F08}" destId="{7753D9D7-832E-45E8-A85D-B83A5C78C0D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A853ED-42A9-4F22-9788-B2C3F69EE8FC}">
      <dsp:nvSpPr>
        <dsp:cNvPr id="0" name=""/>
        <dsp:cNvSpPr/>
      </dsp:nvSpPr>
      <dsp:spPr>
        <a:xfrm>
          <a:off x="791284" y="549346"/>
          <a:ext cx="1085867" cy="10858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CD3B92-0D36-4E57-9C7D-56E6B1A262AC}">
      <dsp:nvSpPr>
        <dsp:cNvPr id="0" name=""/>
        <dsp:cNvSpPr/>
      </dsp:nvSpPr>
      <dsp:spPr>
        <a:xfrm>
          <a:off x="127699" y="1954025"/>
          <a:ext cx="24130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Used public healthcare Q&amp;A sources (</a:t>
          </a:r>
          <a:r>
            <a:rPr lang="en-US" sz="1200" kern="1200" dirty="0" err="1"/>
            <a:t>MedQuAD</a:t>
          </a:r>
          <a:r>
            <a:rPr lang="en-US" sz="1200" kern="1200" dirty="0"/>
            <a:t>) with 12 medical sites  and 17000 large dataset .</a:t>
          </a:r>
        </a:p>
      </dsp:txBody>
      <dsp:txXfrm>
        <a:off x="127699" y="1954025"/>
        <a:ext cx="2413038" cy="720000"/>
      </dsp:txXfrm>
    </dsp:sp>
    <dsp:sp modelId="{3837521B-C628-40EE-AB0E-D8A219866369}">
      <dsp:nvSpPr>
        <dsp:cNvPr id="0" name=""/>
        <dsp:cNvSpPr/>
      </dsp:nvSpPr>
      <dsp:spPr>
        <a:xfrm>
          <a:off x="3626604" y="549346"/>
          <a:ext cx="1085867" cy="10858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6FBEF2-54BD-4EF1-B830-3715AC94E06B}">
      <dsp:nvSpPr>
        <dsp:cNvPr id="0" name=""/>
        <dsp:cNvSpPr/>
      </dsp:nvSpPr>
      <dsp:spPr>
        <a:xfrm>
          <a:off x="2963019" y="1954025"/>
          <a:ext cx="24130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Cleaned HTML, lowercase normalization, punctuation removal with help of </a:t>
          </a:r>
          <a:r>
            <a:rPr lang="en-US" sz="1200" kern="1200" dirty="0" err="1"/>
            <a:t>beautifulsoap</a:t>
          </a:r>
          <a:endParaRPr lang="en-US" sz="1200" kern="1200" dirty="0"/>
        </a:p>
      </dsp:txBody>
      <dsp:txXfrm>
        <a:off x="2963019" y="1954025"/>
        <a:ext cx="2413038" cy="720000"/>
      </dsp:txXfrm>
    </dsp:sp>
    <dsp:sp modelId="{C300B2F6-CB13-4EA0-BBB3-0D9D9A724DC1}">
      <dsp:nvSpPr>
        <dsp:cNvPr id="0" name=""/>
        <dsp:cNvSpPr/>
      </dsp:nvSpPr>
      <dsp:spPr>
        <a:xfrm>
          <a:off x="6461925" y="549346"/>
          <a:ext cx="1085867" cy="10858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53D9D7-832E-45E8-A85D-B83A5C78C0DE}">
      <dsp:nvSpPr>
        <dsp:cNvPr id="0" name=""/>
        <dsp:cNvSpPr/>
      </dsp:nvSpPr>
      <dsp:spPr>
        <a:xfrm>
          <a:off x="5798339" y="1954025"/>
          <a:ext cx="24130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Ensured no data leakage by grouping similar questions in the same data split.</a:t>
          </a:r>
        </a:p>
      </dsp:txBody>
      <dsp:txXfrm>
        <a:off x="5798339" y="1954025"/>
        <a:ext cx="2413038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8010E0C-E253-2A3A-9E2F-5A5815615DA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114D21-C26B-5D42-8F0F-1319A641DBD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A40E2B-9BDD-4E83-B1C6-813398C76FDE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4D86E4-C81C-382D-36F4-09837C760DF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21F380-4B8F-B85D-8EE5-7A9FF1C40D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4E3EBE-E8C0-4CD5-B211-C6A6B9846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1285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7CE683-90A9-4802-956F-2D7565A38E86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09EAB1-D907-4699-B93C-059FF9CE71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052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09EAB1-D907-4699-B93C-059FF9CE71B9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210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Title_1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33ACD28-444B-03E6-F9BD-911B59D16063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2000">
                <a:schemeClr val="accent1"/>
              </a:gs>
              <a:gs pos="100000">
                <a:schemeClr val="accent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N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37B892D0-5E81-6D97-4A20-13B624A5B42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892800" y="-10160"/>
            <a:ext cx="3251200" cy="5163820"/>
          </a:xfrm>
          <a:custGeom>
            <a:avLst/>
            <a:gdLst>
              <a:gd name="connsiteX0" fmla="*/ 767080 w 3251200"/>
              <a:gd name="connsiteY0" fmla="*/ 0 h 5163820"/>
              <a:gd name="connsiteX1" fmla="*/ 3251200 w 3251200"/>
              <a:gd name="connsiteY1" fmla="*/ 10160 h 5163820"/>
              <a:gd name="connsiteX2" fmla="*/ 3251200 w 3251200"/>
              <a:gd name="connsiteY2" fmla="*/ 5153660 h 5163820"/>
              <a:gd name="connsiteX3" fmla="*/ 1905000 w 3251200"/>
              <a:gd name="connsiteY3" fmla="*/ 5163820 h 5163820"/>
              <a:gd name="connsiteX4" fmla="*/ 0 w 3251200"/>
              <a:gd name="connsiteY4" fmla="*/ 1524000 h 5163820"/>
              <a:gd name="connsiteX5" fmla="*/ 767080 w 3251200"/>
              <a:gd name="connsiteY5" fmla="*/ 0 h 516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51200" h="5163820">
                <a:moveTo>
                  <a:pt x="767080" y="0"/>
                </a:moveTo>
                <a:lnTo>
                  <a:pt x="3251200" y="10160"/>
                </a:lnTo>
                <a:lnTo>
                  <a:pt x="3251200" y="5153660"/>
                </a:lnTo>
                <a:lnTo>
                  <a:pt x="1905000" y="5163820"/>
                </a:lnTo>
                <a:cubicBezTo>
                  <a:pt x="2079413" y="3916680"/>
                  <a:pt x="28787" y="2639060"/>
                  <a:pt x="0" y="1524000"/>
                </a:cubicBezTo>
                <a:cubicBezTo>
                  <a:pt x="587587" y="1124373"/>
                  <a:pt x="565573" y="470747"/>
                  <a:pt x="767080" y="0"/>
                </a:cubicBezTo>
                <a:close/>
              </a:path>
            </a:pathLst>
          </a:custGeom>
          <a:pattFill prst="ltUpDiag">
            <a:fgClr>
              <a:schemeClr val="tx1"/>
            </a:fgClr>
            <a:bgClr>
              <a:schemeClr val="tx1">
                <a:lumMod val="9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IN" sz="1000" dirty="0">
                <a:solidFill>
                  <a:schemeClr val="bg1"/>
                </a:solidFill>
              </a:defRPr>
            </a:lvl1pPr>
          </a:lstStyle>
          <a:p>
            <a:pPr lvl="0" algn="ctr"/>
            <a:endParaRPr lang="en-IN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685EC3E3-727F-952D-A5D0-D495F09B3B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283" y="1906953"/>
            <a:ext cx="4151601" cy="66479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 sz="2400"/>
            </a:lvl1pPr>
          </a:lstStyle>
          <a:p>
            <a:r>
              <a:rPr lang="en-US"/>
              <a:t>Click to edit Master</a:t>
            </a:r>
            <a:br>
              <a:rPr lang="en-US"/>
            </a:br>
            <a:r>
              <a:rPr lang="en-US"/>
              <a:t>title style</a:t>
            </a:r>
            <a:endParaRPr lang="en-I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3693AA3-494C-6840-3677-D80B7C58FE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283" y="475910"/>
            <a:ext cx="2177206" cy="263723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48858FF-468E-C4B2-687A-0F87172F33E6}"/>
              </a:ext>
            </a:extLst>
          </p:cNvPr>
          <p:cNvSpPr txBox="1">
            <a:spLocks/>
          </p:cNvSpPr>
          <p:nvPr userDrawn="1"/>
        </p:nvSpPr>
        <p:spPr>
          <a:xfrm>
            <a:off x="8757480" y="4806255"/>
            <a:ext cx="14908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37A3306-72CE-48AC-9363-0EAE74D66663}" type="slidenum">
              <a:rPr lang="en-IN" sz="800" smtClean="0">
                <a:solidFill>
                  <a:schemeClr val="bg1"/>
                </a:solidFill>
              </a:rPr>
              <a:pPr algn="r"/>
              <a:t>‹#›</a:t>
            </a:fld>
            <a:endParaRPr lang="en-IN" sz="80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6CC98-756B-A783-F4DD-5B19CF1C9F3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9725" y="2698750"/>
            <a:ext cx="4151313" cy="1384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/>
            </a:lvl1pPr>
            <a:lvl2pPr marL="342900" indent="0">
              <a:buNone/>
              <a:defRPr sz="1100"/>
            </a:lvl2pPr>
            <a:lvl3pPr marL="685800" indent="0">
              <a:buNone/>
              <a:defRPr sz="1100"/>
            </a:lvl3pPr>
            <a:lvl4pPr marL="1028700" indent="0">
              <a:buNone/>
              <a:defRPr sz="1100"/>
            </a:lvl4pPr>
            <a:lvl5pPr marL="13716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2C09E76-60F5-B718-B352-8660F5EB73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9725" y="4074282"/>
            <a:ext cx="4151313" cy="11080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800">
                <a:latin typeface="Bai Jamjuree" panose="00000500000000000000" pitchFamily="2" charset="-34"/>
                <a:cs typeface="Bai Jamjuree" panose="00000500000000000000" pitchFamily="2" charset="-34"/>
              </a:defRPr>
            </a:lvl1pPr>
            <a:lvl2pPr marL="342900" indent="0">
              <a:buNone/>
              <a:defRPr sz="1100"/>
            </a:lvl2pPr>
            <a:lvl3pPr marL="685800" indent="0">
              <a:buNone/>
              <a:defRPr sz="1100"/>
            </a:lvl3pPr>
            <a:lvl4pPr marL="1028700" indent="0">
              <a:buNone/>
              <a:defRPr sz="1100"/>
            </a:lvl4pPr>
            <a:lvl5pPr marL="13716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0862930-CD40-16E3-D768-0F0318154D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9725" y="4353631"/>
            <a:ext cx="4151313" cy="11080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800">
                <a:latin typeface="Bai Jamjuree" panose="00000500000000000000" pitchFamily="2" charset="-34"/>
                <a:cs typeface="Bai Jamjuree" panose="00000500000000000000" pitchFamily="2" charset="-34"/>
              </a:defRPr>
            </a:lvl1pPr>
            <a:lvl2pPr marL="342900" indent="0">
              <a:buNone/>
              <a:defRPr sz="1100"/>
            </a:lvl2pPr>
            <a:lvl3pPr marL="685800" indent="0">
              <a:buNone/>
              <a:defRPr sz="1100"/>
            </a:lvl3pPr>
            <a:lvl4pPr marL="1028700" indent="0">
              <a:buNone/>
              <a:defRPr sz="1100"/>
            </a:lvl4pPr>
            <a:lvl5pPr marL="13716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BBD1D8-A9D3-9E4E-B9F7-5DDB3C4BD9F6}"/>
              </a:ext>
            </a:extLst>
          </p:cNvPr>
          <p:cNvSpPr txBox="1"/>
          <p:nvPr userDrawn="1"/>
        </p:nvSpPr>
        <p:spPr>
          <a:xfrm>
            <a:off x="339283" y="4561059"/>
            <a:ext cx="7092154" cy="3518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lvl="0" indent="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800">
                <a:solidFill>
                  <a:schemeClr val="tx1">
                    <a:lumMod val="75000"/>
                  </a:schemeClr>
                </a:solidFill>
              </a:defRPr>
            </a:lvl1pPr>
            <a:lvl2pPr marL="342900" indent="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100"/>
            </a:lvl2pPr>
            <a:lvl3pPr marL="685800" indent="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100"/>
            </a:lvl3pPr>
            <a:lvl4pPr marL="1028700" indent="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100"/>
            </a:lvl4pPr>
            <a:lvl5pPr marL="1371600" indent="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10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/>
            <a:r>
              <a:rPr lang="en-US" sz="600">
                <a:solidFill>
                  <a:schemeClr val="accent1">
                    <a:lumMod val="20000"/>
                    <a:lumOff val="80000"/>
                    <a:alpha val="40000"/>
                  </a:schemeClr>
                </a:solidFill>
                <a:latin typeface="Bai Jamjuree" panose="00000500000000000000" pitchFamily="2" charset="-34"/>
                <a:cs typeface="Bai Jamjuree" panose="00000500000000000000" pitchFamily="2" charset="-34"/>
              </a:rPr>
              <a:t>This document is confidential and contains proprietary information, including trade secrets of CitiusTech. </a:t>
            </a:r>
            <a:br>
              <a:rPr lang="en-US" sz="600">
                <a:solidFill>
                  <a:schemeClr val="accent1">
                    <a:lumMod val="20000"/>
                    <a:lumOff val="80000"/>
                    <a:alpha val="40000"/>
                  </a:schemeClr>
                </a:solidFill>
                <a:latin typeface="Bai Jamjuree" panose="00000500000000000000" pitchFamily="2" charset="-34"/>
                <a:cs typeface="Bai Jamjuree" panose="00000500000000000000" pitchFamily="2" charset="-34"/>
              </a:rPr>
            </a:br>
            <a:r>
              <a:rPr lang="en-US" sz="600">
                <a:solidFill>
                  <a:schemeClr val="accent1">
                    <a:lumMod val="20000"/>
                    <a:lumOff val="80000"/>
                    <a:alpha val="40000"/>
                  </a:schemeClr>
                </a:solidFill>
                <a:latin typeface="Bai Jamjuree" panose="00000500000000000000" pitchFamily="2" charset="-34"/>
                <a:cs typeface="Bai Jamjuree" panose="00000500000000000000" pitchFamily="2" charset="-34"/>
              </a:rPr>
              <a:t>Neither the document nor any of the information contained in it may be reproduced or disclosed to any unauthorized person under any circumstances without the express written permission of CitiusTech.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600" b="0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20000"/>
                    <a:lumOff val="80000"/>
                    <a:alpha val="40000"/>
                  </a:schemeClr>
                </a:solidFill>
                <a:effectLst/>
                <a:uLnTx/>
                <a:uFillTx/>
                <a:latin typeface="Bai Jamjuree" panose="00000500000000000000" pitchFamily="2" charset="-34"/>
                <a:cs typeface="Bai Jamjuree" panose="00000500000000000000" pitchFamily="2" charset="-34"/>
              </a:rPr>
              <a:t>© 2024 CitiusTech     |     Private &amp; Confidential</a:t>
            </a:r>
          </a:p>
        </p:txBody>
      </p:sp>
      <p:pic>
        <p:nvPicPr>
          <p:cNvPr id="17" name="Picture 16" descr="A blue and purple wavy object&#10;&#10;Description automatically generated">
            <a:extLst>
              <a:ext uri="{FF2B5EF4-FFF2-40B4-BE49-F238E27FC236}">
                <a16:creationId xmlns:a16="http://schemas.microsoft.com/office/drawing/2014/main" id="{DC51EBF4-7F23-3FF2-6EAC-B7FC6343F0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4432557">
            <a:off x="3347681" y="446014"/>
            <a:ext cx="6778288" cy="4366362"/>
          </a:xfrm>
          <a:custGeom>
            <a:avLst/>
            <a:gdLst>
              <a:gd name="connsiteX0" fmla="*/ 1262271 w 6778288"/>
              <a:gd name="connsiteY0" fmla="*/ 0 h 4366362"/>
              <a:gd name="connsiteX1" fmla="*/ 6778288 w 6778288"/>
              <a:gd name="connsiteY1" fmla="*/ 0 h 4366362"/>
              <a:gd name="connsiteX2" fmla="*/ 6778288 w 6778288"/>
              <a:gd name="connsiteY2" fmla="*/ 848057 h 4366362"/>
              <a:gd name="connsiteX3" fmla="*/ 6422140 w 6778288"/>
              <a:gd name="connsiteY3" fmla="*/ 745098 h 4366362"/>
              <a:gd name="connsiteX4" fmla="*/ 5715387 w 6778288"/>
              <a:gd name="connsiteY4" fmla="*/ 3189851 h 4366362"/>
              <a:gd name="connsiteX5" fmla="*/ 6778288 w 6778288"/>
              <a:gd name="connsiteY5" fmla="*/ 3497125 h 4366362"/>
              <a:gd name="connsiteX6" fmla="*/ 6778288 w 6778288"/>
              <a:gd name="connsiteY6" fmla="*/ 4366362 h 4366362"/>
              <a:gd name="connsiteX7" fmla="*/ 0 w 6778288"/>
              <a:gd name="connsiteY7" fmla="*/ 4366362 h 4366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778288" h="4366362">
                <a:moveTo>
                  <a:pt x="1262271" y="0"/>
                </a:moveTo>
                <a:lnTo>
                  <a:pt x="6778288" y="0"/>
                </a:lnTo>
                <a:lnTo>
                  <a:pt x="6778288" y="848057"/>
                </a:lnTo>
                <a:lnTo>
                  <a:pt x="6422140" y="745098"/>
                </a:lnTo>
                <a:lnTo>
                  <a:pt x="5715387" y="3189851"/>
                </a:lnTo>
                <a:lnTo>
                  <a:pt x="6778288" y="3497125"/>
                </a:lnTo>
                <a:lnTo>
                  <a:pt x="6778288" y="4366362"/>
                </a:lnTo>
                <a:lnTo>
                  <a:pt x="0" y="4366362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66230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A380EE49-0223-4E95-5B91-7B36B46FED0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33393" y="4804408"/>
            <a:ext cx="1042737" cy="126000"/>
            <a:chOff x="3824442" y="2481198"/>
            <a:chExt cx="1494463" cy="180585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D718FE1-D06F-C549-897F-05FE7F14A412}"/>
                </a:ext>
              </a:extLst>
            </p:cNvPr>
            <p:cNvGrpSpPr/>
            <p:nvPr/>
          </p:nvGrpSpPr>
          <p:grpSpPr>
            <a:xfrm>
              <a:off x="4083922" y="2481198"/>
              <a:ext cx="1234983" cy="180585"/>
              <a:chOff x="4083922" y="2481198"/>
              <a:chExt cx="1234983" cy="180585"/>
            </a:xfrm>
          </p:grpSpPr>
          <p:sp>
            <p:nvSpPr>
              <p:cNvPr id="36" name="Freeform: Shape 19">
                <a:extLst>
                  <a:ext uri="{FF2B5EF4-FFF2-40B4-BE49-F238E27FC236}">
                    <a16:creationId xmlns:a16="http://schemas.microsoft.com/office/drawing/2014/main" id="{27706BBB-50AC-94A6-098F-172935C85F69}"/>
                  </a:ext>
                </a:extLst>
              </p:cNvPr>
              <p:cNvSpPr/>
              <p:nvPr/>
            </p:nvSpPr>
            <p:spPr>
              <a:xfrm>
                <a:off x="4083922" y="2481198"/>
                <a:ext cx="159274" cy="180558"/>
              </a:xfrm>
              <a:custGeom>
                <a:avLst/>
                <a:gdLst>
                  <a:gd name="connsiteX0" fmla="*/ 159275 w 159274"/>
                  <a:gd name="connsiteY0" fmla="*/ 111848 h 180558"/>
                  <a:gd name="connsiteX1" fmla="*/ 159275 w 159274"/>
                  <a:gd name="connsiteY1" fmla="*/ 117063 h 180558"/>
                  <a:gd name="connsiteX2" fmla="*/ 142622 w 159274"/>
                  <a:gd name="connsiteY2" fmla="*/ 167541 h 180558"/>
                  <a:gd name="connsiteX3" fmla="*/ 85186 w 159274"/>
                  <a:gd name="connsiteY3" fmla="*/ 180558 h 180558"/>
                  <a:gd name="connsiteX4" fmla="*/ 0 w 159274"/>
                  <a:gd name="connsiteY4" fmla="*/ 113264 h 180558"/>
                  <a:gd name="connsiteX5" fmla="*/ 0 w 159274"/>
                  <a:gd name="connsiteY5" fmla="*/ 67294 h 180558"/>
                  <a:gd name="connsiteX6" fmla="*/ 85186 w 159274"/>
                  <a:gd name="connsiteY6" fmla="*/ 0 h 180558"/>
                  <a:gd name="connsiteX7" fmla="*/ 159043 w 159274"/>
                  <a:gd name="connsiteY7" fmla="*/ 58307 h 180558"/>
                  <a:gd name="connsiteX8" fmla="*/ 159043 w 159274"/>
                  <a:gd name="connsiteY8" fmla="*/ 65183 h 180558"/>
                  <a:gd name="connsiteX9" fmla="*/ 109315 w 159274"/>
                  <a:gd name="connsiteY9" fmla="*/ 65183 h 180558"/>
                  <a:gd name="connsiteX10" fmla="*/ 109315 w 159274"/>
                  <a:gd name="connsiteY10" fmla="*/ 58307 h 180558"/>
                  <a:gd name="connsiteX11" fmla="*/ 79876 w 159274"/>
                  <a:gd name="connsiteY11" fmla="*/ 41232 h 180558"/>
                  <a:gd name="connsiteX12" fmla="*/ 49701 w 159274"/>
                  <a:gd name="connsiteY12" fmla="*/ 74892 h 180558"/>
                  <a:gd name="connsiteX13" fmla="*/ 49701 w 159274"/>
                  <a:gd name="connsiteY13" fmla="*/ 102616 h 180558"/>
                  <a:gd name="connsiteX14" fmla="*/ 79876 w 159274"/>
                  <a:gd name="connsiteY14" fmla="*/ 139354 h 180558"/>
                  <a:gd name="connsiteX15" fmla="*/ 109560 w 159274"/>
                  <a:gd name="connsiteY15" fmla="*/ 117091 h 180558"/>
                  <a:gd name="connsiteX16" fmla="*/ 109560 w 159274"/>
                  <a:gd name="connsiteY16" fmla="*/ 111875 h 180558"/>
                  <a:gd name="connsiteX17" fmla="*/ 159275 w 159274"/>
                  <a:gd name="connsiteY17" fmla="*/ 111875 h 180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9274" h="180558">
                    <a:moveTo>
                      <a:pt x="159275" y="111848"/>
                    </a:moveTo>
                    <a:lnTo>
                      <a:pt x="159275" y="117063"/>
                    </a:lnTo>
                    <a:cubicBezTo>
                      <a:pt x="159275" y="136481"/>
                      <a:pt x="159030" y="154019"/>
                      <a:pt x="142622" y="167541"/>
                    </a:cubicBezTo>
                    <a:cubicBezTo>
                      <a:pt x="126200" y="180803"/>
                      <a:pt x="106183" y="180558"/>
                      <a:pt x="85186" y="180558"/>
                    </a:cubicBezTo>
                    <a:cubicBezTo>
                      <a:pt x="35948" y="180558"/>
                      <a:pt x="0" y="178189"/>
                      <a:pt x="0" y="113264"/>
                    </a:cubicBezTo>
                    <a:lnTo>
                      <a:pt x="0" y="67294"/>
                    </a:lnTo>
                    <a:cubicBezTo>
                      <a:pt x="-14" y="8538"/>
                      <a:pt x="32081" y="0"/>
                      <a:pt x="85186" y="0"/>
                    </a:cubicBezTo>
                    <a:cubicBezTo>
                      <a:pt x="134901" y="0"/>
                      <a:pt x="158077" y="4970"/>
                      <a:pt x="159043" y="58307"/>
                    </a:cubicBezTo>
                    <a:lnTo>
                      <a:pt x="159043" y="65183"/>
                    </a:lnTo>
                    <a:lnTo>
                      <a:pt x="109315" y="65183"/>
                    </a:lnTo>
                    <a:lnTo>
                      <a:pt x="109315" y="58307"/>
                    </a:lnTo>
                    <a:cubicBezTo>
                      <a:pt x="107640" y="42430"/>
                      <a:pt x="96284" y="41232"/>
                      <a:pt x="79876" y="41232"/>
                    </a:cubicBezTo>
                    <a:cubicBezTo>
                      <a:pt x="52356" y="41232"/>
                      <a:pt x="49701" y="49538"/>
                      <a:pt x="49701" y="74892"/>
                    </a:cubicBezTo>
                    <a:lnTo>
                      <a:pt x="49701" y="102616"/>
                    </a:lnTo>
                    <a:cubicBezTo>
                      <a:pt x="49701" y="129169"/>
                      <a:pt x="50913" y="139354"/>
                      <a:pt x="79876" y="139354"/>
                    </a:cubicBezTo>
                    <a:cubicBezTo>
                      <a:pt x="99906" y="139354"/>
                      <a:pt x="109560" y="137938"/>
                      <a:pt x="109560" y="117091"/>
                    </a:cubicBezTo>
                    <a:lnTo>
                      <a:pt x="109560" y="111875"/>
                    </a:lnTo>
                    <a:lnTo>
                      <a:pt x="159275" y="111875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7" name="Freeform: Shape 20">
                <a:extLst>
                  <a:ext uri="{FF2B5EF4-FFF2-40B4-BE49-F238E27FC236}">
                    <a16:creationId xmlns:a16="http://schemas.microsoft.com/office/drawing/2014/main" id="{89E6BE3A-C022-3517-4CA1-A5CFE0495ABE}"/>
                  </a:ext>
                </a:extLst>
              </p:cNvPr>
              <p:cNvSpPr/>
              <p:nvPr/>
            </p:nvSpPr>
            <p:spPr>
              <a:xfrm>
                <a:off x="4261525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8" name="Freeform: Shape 21">
                <a:extLst>
                  <a:ext uri="{FF2B5EF4-FFF2-40B4-BE49-F238E27FC236}">
                    <a16:creationId xmlns:a16="http://schemas.microsoft.com/office/drawing/2014/main" id="{B4162DCF-FFE0-E962-C0C1-C8394350DAAF}"/>
                  </a:ext>
                </a:extLst>
              </p:cNvPr>
              <p:cNvSpPr/>
              <p:nvPr/>
            </p:nvSpPr>
            <p:spPr>
              <a:xfrm>
                <a:off x="4316564" y="2509643"/>
                <a:ext cx="110540" cy="152126"/>
              </a:xfrm>
              <a:custGeom>
                <a:avLst/>
                <a:gdLst>
                  <a:gd name="connsiteX0" fmla="*/ 104985 w 110540"/>
                  <a:gd name="connsiteY0" fmla="*/ 56142 h 152126"/>
                  <a:gd name="connsiteX1" fmla="*/ 56959 w 110540"/>
                  <a:gd name="connsiteY1" fmla="*/ 56142 h 152126"/>
                  <a:gd name="connsiteX2" fmla="*/ 56959 w 110540"/>
                  <a:gd name="connsiteY2" fmla="*/ 111835 h 152126"/>
                  <a:gd name="connsiteX3" fmla="*/ 66382 w 110540"/>
                  <a:gd name="connsiteY3" fmla="*/ 122265 h 152126"/>
                  <a:gd name="connsiteX4" fmla="*/ 77234 w 110540"/>
                  <a:gd name="connsiteY4" fmla="*/ 106156 h 152126"/>
                  <a:gd name="connsiteX5" fmla="*/ 77479 w 110540"/>
                  <a:gd name="connsiteY5" fmla="*/ 99511 h 152126"/>
                  <a:gd name="connsiteX6" fmla="*/ 110541 w 110540"/>
                  <a:gd name="connsiteY6" fmla="*/ 99511 h 152126"/>
                  <a:gd name="connsiteX7" fmla="*/ 110541 w 110540"/>
                  <a:gd name="connsiteY7" fmla="*/ 110650 h 152126"/>
                  <a:gd name="connsiteX8" fmla="*/ 63958 w 110540"/>
                  <a:gd name="connsiteY8" fmla="*/ 152127 h 152126"/>
                  <a:gd name="connsiteX9" fmla="*/ 15455 w 110540"/>
                  <a:gd name="connsiteY9" fmla="*/ 117526 h 152126"/>
                  <a:gd name="connsiteX10" fmla="*/ 15455 w 110540"/>
                  <a:gd name="connsiteY10" fmla="*/ 56142 h 152126"/>
                  <a:gd name="connsiteX11" fmla="*/ 0 w 110540"/>
                  <a:gd name="connsiteY11" fmla="*/ 56142 h 152126"/>
                  <a:gd name="connsiteX12" fmla="*/ 0 w 110540"/>
                  <a:gd name="connsiteY12" fmla="*/ 26294 h 152126"/>
                  <a:gd name="connsiteX13" fmla="*/ 15455 w 110540"/>
                  <a:gd name="connsiteY13" fmla="*/ 26294 h 152126"/>
                  <a:gd name="connsiteX14" fmla="*/ 15455 w 110540"/>
                  <a:gd name="connsiteY14" fmla="*/ 0 h 152126"/>
                  <a:gd name="connsiteX15" fmla="*/ 56959 w 110540"/>
                  <a:gd name="connsiteY15" fmla="*/ 0 h 152126"/>
                  <a:gd name="connsiteX16" fmla="*/ 56959 w 110540"/>
                  <a:gd name="connsiteY16" fmla="*/ 26294 h 152126"/>
                  <a:gd name="connsiteX17" fmla="*/ 104985 w 110540"/>
                  <a:gd name="connsiteY17" fmla="*/ 26294 h 152126"/>
                  <a:gd name="connsiteX18" fmla="*/ 104985 w 110540"/>
                  <a:gd name="connsiteY18" fmla="*/ 56142 h 15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0540" h="152126">
                    <a:moveTo>
                      <a:pt x="104985" y="56142"/>
                    </a:moveTo>
                    <a:lnTo>
                      <a:pt x="56959" y="56142"/>
                    </a:lnTo>
                    <a:lnTo>
                      <a:pt x="56959" y="111835"/>
                    </a:lnTo>
                    <a:cubicBezTo>
                      <a:pt x="57204" y="119188"/>
                      <a:pt x="58674" y="122265"/>
                      <a:pt x="66382" y="122265"/>
                    </a:cubicBezTo>
                    <a:cubicBezTo>
                      <a:pt x="77234" y="122265"/>
                      <a:pt x="76758" y="114680"/>
                      <a:pt x="77234" y="106156"/>
                    </a:cubicBezTo>
                    <a:lnTo>
                      <a:pt x="77479" y="99511"/>
                    </a:lnTo>
                    <a:lnTo>
                      <a:pt x="110541" y="99511"/>
                    </a:lnTo>
                    <a:lnTo>
                      <a:pt x="110541" y="110650"/>
                    </a:lnTo>
                    <a:cubicBezTo>
                      <a:pt x="110541" y="144542"/>
                      <a:pt x="97741" y="152127"/>
                      <a:pt x="63958" y="152127"/>
                    </a:cubicBezTo>
                    <a:cubicBezTo>
                      <a:pt x="37419" y="152127"/>
                      <a:pt x="15455" y="148804"/>
                      <a:pt x="15455" y="117526"/>
                    </a:cubicBezTo>
                    <a:lnTo>
                      <a:pt x="15455" y="56142"/>
                    </a:lnTo>
                    <a:lnTo>
                      <a:pt x="0" y="56142"/>
                    </a:lnTo>
                    <a:lnTo>
                      <a:pt x="0" y="26294"/>
                    </a:lnTo>
                    <a:lnTo>
                      <a:pt x="15455" y="26294"/>
                    </a:lnTo>
                    <a:lnTo>
                      <a:pt x="15455" y="0"/>
                    </a:lnTo>
                    <a:lnTo>
                      <a:pt x="56959" y="0"/>
                    </a:lnTo>
                    <a:lnTo>
                      <a:pt x="56959" y="26294"/>
                    </a:lnTo>
                    <a:lnTo>
                      <a:pt x="104985" y="26294"/>
                    </a:lnTo>
                    <a:lnTo>
                      <a:pt x="104985" y="5614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9" name="Freeform: Shape 22">
                <a:extLst>
                  <a:ext uri="{FF2B5EF4-FFF2-40B4-BE49-F238E27FC236}">
                    <a16:creationId xmlns:a16="http://schemas.microsoft.com/office/drawing/2014/main" id="{98FFC6DE-1737-D155-92EC-0F95010373AA}"/>
                  </a:ext>
                </a:extLst>
              </p:cNvPr>
              <p:cNvSpPr/>
              <p:nvPr/>
            </p:nvSpPr>
            <p:spPr>
              <a:xfrm>
                <a:off x="4440599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0" name="Freeform: Shape 23">
                <a:extLst>
                  <a:ext uri="{FF2B5EF4-FFF2-40B4-BE49-F238E27FC236}">
                    <a16:creationId xmlns:a16="http://schemas.microsoft.com/office/drawing/2014/main" id="{4D085D03-7A06-9863-8C2B-0C5236414DC8}"/>
                  </a:ext>
                </a:extLst>
              </p:cNvPr>
              <p:cNvSpPr/>
              <p:nvPr/>
            </p:nvSpPr>
            <p:spPr>
              <a:xfrm>
                <a:off x="4504570" y="2535923"/>
                <a:ext cx="121651" cy="125846"/>
              </a:xfrm>
              <a:custGeom>
                <a:avLst/>
                <a:gdLst>
                  <a:gd name="connsiteX0" fmla="*/ 81333 w 121651"/>
                  <a:gd name="connsiteY0" fmla="*/ 124430 h 125846"/>
                  <a:gd name="connsiteX1" fmla="*/ 82790 w 121651"/>
                  <a:gd name="connsiteY1" fmla="*/ 100492 h 125846"/>
                  <a:gd name="connsiteX2" fmla="*/ 80856 w 121651"/>
                  <a:gd name="connsiteY2" fmla="*/ 100492 h 125846"/>
                  <a:gd name="connsiteX3" fmla="*/ 42961 w 121651"/>
                  <a:gd name="connsiteY3" fmla="*/ 125846 h 125846"/>
                  <a:gd name="connsiteX4" fmla="*/ 0 w 121651"/>
                  <a:gd name="connsiteY4" fmla="*/ 85091 h 125846"/>
                  <a:gd name="connsiteX5" fmla="*/ 0 w 121651"/>
                  <a:gd name="connsiteY5" fmla="*/ 0 h 125846"/>
                  <a:gd name="connsiteX6" fmla="*/ 41517 w 121651"/>
                  <a:gd name="connsiteY6" fmla="*/ 0 h 125846"/>
                  <a:gd name="connsiteX7" fmla="*/ 41517 w 121651"/>
                  <a:gd name="connsiteY7" fmla="*/ 74184 h 125846"/>
                  <a:gd name="connsiteX8" fmla="*/ 56727 w 121651"/>
                  <a:gd name="connsiteY8" fmla="*/ 94555 h 125846"/>
                  <a:gd name="connsiteX9" fmla="*/ 80134 w 121651"/>
                  <a:gd name="connsiteY9" fmla="*/ 76540 h 125846"/>
                  <a:gd name="connsiteX10" fmla="*/ 80134 w 121651"/>
                  <a:gd name="connsiteY10" fmla="*/ 0 h 125846"/>
                  <a:gd name="connsiteX11" fmla="*/ 121652 w 121651"/>
                  <a:gd name="connsiteY11" fmla="*/ 0 h 125846"/>
                  <a:gd name="connsiteX12" fmla="*/ 121652 w 121651"/>
                  <a:gd name="connsiteY12" fmla="*/ 124416 h 125846"/>
                  <a:gd name="connsiteX13" fmla="*/ 81346 w 121651"/>
                  <a:gd name="connsiteY13" fmla="*/ 124416 h 125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651" h="125846">
                    <a:moveTo>
                      <a:pt x="81333" y="124430"/>
                    </a:moveTo>
                    <a:lnTo>
                      <a:pt x="82790" y="100492"/>
                    </a:lnTo>
                    <a:lnTo>
                      <a:pt x="80856" y="100492"/>
                    </a:lnTo>
                    <a:cubicBezTo>
                      <a:pt x="75055" y="119691"/>
                      <a:pt x="60581" y="125846"/>
                      <a:pt x="42961" y="125846"/>
                    </a:cubicBezTo>
                    <a:cubicBezTo>
                      <a:pt x="17865" y="125846"/>
                      <a:pt x="0" y="115416"/>
                      <a:pt x="0" y="85091"/>
                    </a:cubicBez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4184"/>
                    </a:lnTo>
                    <a:cubicBezTo>
                      <a:pt x="41517" y="85554"/>
                      <a:pt x="42729" y="94555"/>
                      <a:pt x="56727" y="94555"/>
                    </a:cubicBezTo>
                    <a:cubicBezTo>
                      <a:pt x="67825" y="94555"/>
                      <a:pt x="80134" y="88863"/>
                      <a:pt x="80134" y="76540"/>
                    </a:cubicBezTo>
                    <a:lnTo>
                      <a:pt x="80134" y="0"/>
                    </a:lnTo>
                    <a:lnTo>
                      <a:pt x="121652" y="0"/>
                    </a:lnTo>
                    <a:lnTo>
                      <a:pt x="121652" y="124416"/>
                    </a:lnTo>
                    <a:lnTo>
                      <a:pt x="81346" y="12441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1" name="Freeform: Shape 24">
                <a:extLst>
                  <a:ext uri="{FF2B5EF4-FFF2-40B4-BE49-F238E27FC236}">
                    <a16:creationId xmlns:a16="http://schemas.microsoft.com/office/drawing/2014/main" id="{F5473E27-4D37-CEEC-F19B-FD0D9EA02DD4}"/>
                  </a:ext>
                </a:extLst>
              </p:cNvPr>
              <p:cNvSpPr/>
              <p:nvPr/>
            </p:nvSpPr>
            <p:spPr>
              <a:xfrm>
                <a:off x="4648403" y="2534548"/>
                <a:ext cx="124048" cy="127235"/>
              </a:xfrm>
              <a:custGeom>
                <a:avLst/>
                <a:gdLst>
                  <a:gd name="connsiteX0" fmla="*/ 78909 w 124048"/>
                  <a:gd name="connsiteY0" fmla="*/ 36711 h 127235"/>
                  <a:gd name="connsiteX1" fmla="*/ 62024 w 124048"/>
                  <a:gd name="connsiteY1" fmla="*/ 26280 h 127235"/>
                  <a:gd name="connsiteX2" fmla="*/ 40292 w 124048"/>
                  <a:gd name="connsiteY2" fmla="*/ 36234 h 127235"/>
                  <a:gd name="connsiteX3" fmla="*/ 62024 w 124048"/>
                  <a:gd name="connsiteY3" fmla="*/ 47128 h 127235"/>
                  <a:gd name="connsiteX4" fmla="*/ 124048 w 124048"/>
                  <a:gd name="connsiteY4" fmla="*/ 85282 h 127235"/>
                  <a:gd name="connsiteX5" fmla="*/ 62024 w 124048"/>
                  <a:gd name="connsiteY5" fmla="*/ 127235 h 127235"/>
                  <a:gd name="connsiteX6" fmla="*/ 0 w 124048"/>
                  <a:gd name="connsiteY6" fmla="*/ 86943 h 127235"/>
                  <a:gd name="connsiteX7" fmla="*/ 41504 w 124048"/>
                  <a:gd name="connsiteY7" fmla="*/ 86943 h 127235"/>
                  <a:gd name="connsiteX8" fmla="*/ 62024 w 124048"/>
                  <a:gd name="connsiteY8" fmla="*/ 100927 h 127235"/>
                  <a:gd name="connsiteX9" fmla="*/ 83743 w 124048"/>
                  <a:gd name="connsiteY9" fmla="*/ 90034 h 127235"/>
                  <a:gd name="connsiteX10" fmla="*/ 62024 w 124048"/>
                  <a:gd name="connsiteY10" fmla="*/ 77725 h 127235"/>
                  <a:gd name="connsiteX11" fmla="*/ 0 w 124048"/>
                  <a:gd name="connsiteY11" fmla="*/ 40755 h 127235"/>
                  <a:gd name="connsiteX12" fmla="*/ 62024 w 124048"/>
                  <a:gd name="connsiteY12" fmla="*/ 0 h 127235"/>
                  <a:gd name="connsiteX13" fmla="*/ 118016 w 124048"/>
                  <a:gd name="connsiteY13" fmla="*/ 30801 h 127235"/>
                  <a:gd name="connsiteX14" fmla="*/ 118016 w 124048"/>
                  <a:gd name="connsiteY14" fmla="*/ 36724 h 127235"/>
                  <a:gd name="connsiteX15" fmla="*/ 78909 w 124048"/>
                  <a:gd name="connsiteY15" fmla="*/ 36724 h 127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4048" h="127235">
                    <a:moveTo>
                      <a:pt x="78909" y="36711"/>
                    </a:moveTo>
                    <a:cubicBezTo>
                      <a:pt x="77479" y="26280"/>
                      <a:pt x="68533" y="26280"/>
                      <a:pt x="62024" y="26280"/>
                    </a:cubicBezTo>
                    <a:cubicBezTo>
                      <a:pt x="40292" y="26280"/>
                      <a:pt x="40292" y="28895"/>
                      <a:pt x="40292" y="36234"/>
                    </a:cubicBezTo>
                    <a:cubicBezTo>
                      <a:pt x="40292" y="42389"/>
                      <a:pt x="40782" y="46665"/>
                      <a:pt x="62024" y="47128"/>
                    </a:cubicBezTo>
                    <a:cubicBezTo>
                      <a:pt x="104985" y="48081"/>
                      <a:pt x="124048" y="50450"/>
                      <a:pt x="124048" y="85282"/>
                    </a:cubicBezTo>
                    <a:cubicBezTo>
                      <a:pt x="124048" y="120114"/>
                      <a:pt x="95317" y="127235"/>
                      <a:pt x="62024" y="127235"/>
                    </a:cubicBezTo>
                    <a:cubicBezTo>
                      <a:pt x="28731" y="127235"/>
                      <a:pt x="0" y="127943"/>
                      <a:pt x="0" y="86943"/>
                    </a:cubicBezTo>
                    <a:lnTo>
                      <a:pt x="41504" y="86943"/>
                    </a:lnTo>
                    <a:cubicBezTo>
                      <a:pt x="41504" y="100927"/>
                      <a:pt x="51880" y="100927"/>
                      <a:pt x="62024" y="100927"/>
                    </a:cubicBezTo>
                    <a:cubicBezTo>
                      <a:pt x="80843" y="100927"/>
                      <a:pt x="83743" y="99756"/>
                      <a:pt x="83743" y="90034"/>
                    </a:cubicBezTo>
                    <a:cubicBezTo>
                      <a:pt x="83743" y="77725"/>
                      <a:pt x="76499" y="77725"/>
                      <a:pt x="62024" y="77725"/>
                    </a:cubicBezTo>
                    <a:cubicBezTo>
                      <a:pt x="9409" y="77725"/>
                      <a:pt x="0" y="66109"/>
                      <a:pt x="0" y="40755"/>
                    </a:cubicBezTo>
                    <a:cubicBezTo>
                      <a:pt x="0" y="708"/>
                      <a:pt x="26784" y="0"/>
                      <a:pt x="62024" y="0"/>
                    </a:cubicBezTo>
                    <a:cubicBezTo>
                      <a:pt x="85186" y="0"/>
                      <a:pt x="118016" y="231"/>
                      <a:pt x="118016" y="30801"/>
                    </a:cubicBezTo>
                    <a:lnTo>
                      <a:pt x="118016" y="36724"/>
                    </a:lnTo>
                    <a:lnTo>
                      <a:pt x="78909" y="36724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2" name="Freeform: Shape 25">
                <a:extLst>
                  <a:ext uri="{FF2B5EF4-FFF2-40B4-BE49-F238E27FC236}">
                    <a16:creationId xmlns:a16="http://schemas.microsoft.com/office/drawing/2014/main" id="{16DF806F-FD48-82D7-7E64-6A8F20FE731C}"/>
                  </a:ext>
                </a:extLst>
              </p:cNvPr>
              <p:cNvSpPr/>
              <p:nvPr/>
            </p:nvSpPr>
            <p:spPr>
              <a:xfrm>
                <a:off x="4780418" y="2482641"/>
                <a:ext cx="143356" cy="177712"/>
              </a:xfrm>
              <a:custGeom>
                <a:avLst/>
                <a:gdLst>
                  <a:gd name="connsiteX0" fmla="*/ 94609 w 143356"/>
                  <a:gd name="connsiteY0" fmla="*/ 177712 h 177712"/>
                  <a:gd name="connsiteX1" fmla="*/ 46338 w 143356"/>
                  <a:gd name="connsiteY1" fmla="*/ 177712 h 177712"/>
                  <a:gd name="connsiteX2" fmla="*/ 46338 w 143356"/>
                  <a:gd name="connsiteY2" fmla="*/ 41218 h 177712"/>
                  <a:gd name="connsiteX3" fmla="*/ 0 w 143356"/>
                  <a:gd name="connsiteY3" fmla="*/ 41218 h 177712"/>
                  <a:gd name="connsiteX4" fmla="*/ 0 w 143356"/>
                  <a:gd name="connsiteY4" fmla="*/ 0 h 177712"/>
                  <a:gd name="connsiteX5" fmla="*/ 143357 w 143356"/>
                  <a:gd name="connsiteY5" fmla="*/ 0 h 177712"/>
                  <a:gd name="connsiteX6" fmla="*/ 143357 w 143356"/>
                  <a:gd name="connsiteY6" fmla="*/ 41218 h 177712"/>
                  <a:gd name="connsiteX7" fmla="*/ 94609 w 143356"/>
                  <a:gd name="connsiteY7" fmla="*/ 41218 h 177712"/>
                  <a:gd name="connsiteX8" fmla="*/ 94609 w 143356"/>
                  <a:gd name="connsiteY8" fmla="*/ 177712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3356" h="177712">
                    <a:moveTo>
                      <a:pt x="94609" y="177712"/>
                    </a:moveTo>
                    <a:lnTo>
                      <a:pt x="46338" y="177712"/>
                    </a:lnTo>
                    <a:lnTo>
                      <a:pt x="46338" y="41218"/>
                    </a:lnTo>
                    <a:lnTo>
                      <a:pt x="0" y="41218"/>
                    </a:lnTo>
                    <a:lnTo>
                      <a:pt x="0" y="0"/>
                    </a:lnTo>
                    <a:lnTo>
                      <a:pt x="143357" y="0"/>
                    </a:lnTo>
                    <a:lnTo>
                      <a:pt x="143357" y="41218"/>
                    </a:lnTo>
                    <a:lnTo>
                      <a:pt x="94609" y="41218"/>
                    </a:lnTo>
                    <a:lnTo>
                      <a:pt x="94609" y="17771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3" name="Freeform: Shape 26">
                <a:extLst>
                  <a:ext uri="{FF2B5EF4-FFF2-40B4-BE49-F238E27FC236}">
                    <a16:creationId xmlns:a16="http://schemas.microsoft.com/office/drawing/2014/main" id="{C7B031ED-28E0-36DB-BA41-30F92EA324A6}"/>
                  </a:ext>
                </a:extLst>
              </p:cNvPr>
              <p:cNvSpPr/>
              <p:nvPr/>
            </p:nvSpPr>
            <p:spPr>
              <a:xfrm>
                <a:off x="4917525" y="2534521"/>
                <a:ext cx="123830" cy="127248"/>
              </a:xfrm>
              <a:custGeom>
                <a:avLst/>
                <a:gdLst>
                  <a:gd name="connsiteX0" fmla="*/ 82313 w 123830"/>
                  <a:gd name="connsiteY0" fmla="*/ 48108 h 127248"/>
                  <a:gd name="connsiteX1" fmla="*/ 61303 w 123830"/>
                  <a:gd name="connsiteY1" fmla="*/ 28432 h 127248"/>
                  <a:gd name="connsiteX2" fmla="*/ 41517 w 123830"/>
                  <a:gd name="connsiteY2" fmla="*/ 48108 h 127248"/>
                  <a:gd name="connsiteX3" fmla="*/ 82313 w 123830"/>
                  <a:gd name="connsiteY3" fmla="*/ 48108 h 127248"/>
                  <a:gd name="connsiteX4" fmla="*/ 123817 w 123830"/>
                  <a:gd name="connsiteY4" fmla="*/ 84369 h 127248"/>
                  <a:gd name="connsiteX5" fmla="*/ 106674 w 123830"/>
                  <a:gd name="connsiteY5" fmla="*/ 119909 h 127248"/>
                  <a:gd name="connsiteX6" fmla="*/ 62024 w 123830"/>
                  <a:gd name="connsiteY6" fmla="*/ 127249 h 127248"/>
                  <a:gd name="connsiteX7" fmla="*/ 0 w 123830"/>
                  <a:gd name="connsiteY7" fmla="*/ 63740 h 127248"/>
                  <a:gd name="connsiteX8" fmla="*/ 62024 w 123830"/>
                  <a:gd name="connsiteY8" fmla="*/ 0 h 127248"/>
                  <a:gd name="connsiteX9" fmla="*/ 123817 w 123830"/>
                  <a:gd name="connsiteY9" fmla="*/ 63740 h 127248"/>
                  <a:gd name="connsiteX10" fmla="*/ 123817 w 123830"/>
                  <a:gd name="connsiteY10" fmla="*/ 70617 h 127248"/>
                  <a:gd name="connsiteX11" fmla="*/ 41517 w 123830"/>
                  <a:gd name="connsiteY11" fmla="*/ 70617 h 127248"/>
                  <a:gd name="connsiteX12" fmla="*/ 62024 w 123830"/>
                  <a:gd name="connsiteY12" fmla="*/ 98803 h 127248"/>
                  <a:gd name="connsiteX13" fmla="*/ 83035 w 123830"/>
                  <a:gd name="connsiteY13" fmla="*/ 84356 h 127248"/>
                  <a:gd name="connsiteX14" fmla="*/ 123831 w 123830"/>
                  <a:gd name="connsiteY14" fmla="*/ 84356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3830" h="127248">
                    <a:moveTo>
                      <a:pt x="82313" y="48108"/>
                    </a:moveTo>
                    <a:cubicBezTo>
                      <a:pt x="82313" y="29616"/>
                      <a:pt x="75301" y="28432"/>
                      <a:pt x="61303" y="28432"/>
                    </a:cubicBezTo>
                    <a:cubicBezTo>
                      <a:pt x="46583" y="28432"/>
                      <a:pt x="41994" y="31754"/>
                      <a:pt x="41517" y="48108"/>
                    </a:cubicBezTo>
                    <a:lnTo>
                      <a:pt x="82313" y="48108"/>
                    </a:lnTo>
                    <a:close/>
                    <a:moveTo>
                      <a:pt x="123817" y="84369"/>
                    </a:moveTo>
                    <a:cubicBezTo>
                      <a:pt x="123817" y="103093"/>
                      <a:pt x="117540" y="113754"/>
                      <a:pt x="106674" y="119909"/>
                    </a:cubicBezTo>
                    <a:cubicBezTo>
                      <a:pt x="95807" y="125833"/>
                      <a:pt x="80366" y="127249"/>
                      <a:pt x="62024" y="127249"/>
                    </a:cubicBezTo>
                    <a:cubicBezTo>
                      <a:pt x="12064" y="127249"/>
                      <a:pt x="0" y="110187"/>
                      <a:pt x="0" y="63740"/>
                    </a:cubicBezTo>
                    <a:cubicBezTo>
                      <a:pt x="0" y="17293"/>
                      <a:pt x="11098" y="0"/>
                      <a:pt x="62024" y="0"/>
                    </a:cubicBezTo>
                    <a:cubicBezTo>
                      <a:pt x="109574" y="0"/>
                      <a:pt x="123817" y="13031"/>
                      <a:pt x="123817" y="63740"/>
                    </a:cubicBezTo>
                    <a:lnTo>
                      <a:pt x="123817" y="70617"/>
                    </a:lnTo>
                    <a:lnTo>
                      <a:pt x="41517" y="70617"/>
                    </a:lnTo>
                    <a:cubicBezTo>
                      <a:pt x="41517" y="92403"/>
                      <a:pt x="44894" y="98803"/>
                      <a:pt x="62024" y="98803"/>
                    </a:cubicBezTo>
                    <a:cubicBezTo>
                      <a:pt x="74824" y="98803"/>
                      <a:pt x="83035" y="97387"/>
                      <a:pt x="83035" y="84356"/>
                    </a:cubicBezTo>
                    <a:lnTo>
                      <a:pt x="123831" y="8435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4" name="Freeform: Shape 27">
                <a:extLst>
                  <a:ext uri="{FF2B5EF4-FFF2-40B4-BE49-F238E27FC236}">
                    <a16:creationId xmlns:a16="http://schemas.microsoft.com/office/drawing/2014/main" id="{DE0A37BB-2E2D-8DBB-E429-4F9BF2B16149}"/>
                  </a:ext>
                </a:extLst>
              </p:cNvPr>
              <p:cNvSpPr/>
              <p:nvPr/>
            </p:nvSpPr>
            <p:spPr>
              <a:xfrm>
                <a:off x="5056306" y="2534521"/>
                <a:ext cx="121883" cy="127248"/>
              </a:xfrm>
              <a:custGeom>
                <a:avLst/>
                <a:gdLst>
                  <a:gd name="connsiteX0" fmla="*/ 121883 w 121883"/>
                  <a:gd name="connsiteY0" fmla="*/ 76077 h 127248"/>
                  <a:gd name="connsiteX1" fmla="*/ 107885 w 121883"/>
                  <a:gd name="connsiteY1" fmla="*/ 118956 h 127248"/>
                  <a:gd name="connsiteX2" fmla="*/ 60581 w 121883"/>
                  <a:gd name="connsiteY2" fmla="*/ 127249 h 127248"/>
                  <a:gd name="connsiteX3" fmla="*/ 0 w 121883"/>
                  <a:gd name="connsiteY3" fmla="*/ 63740 h 127248"/>
                  <a:gd name="connsiteX4" fmla="*/ 60581 w 121883"/>
                  <a:gd name="connsiteY4" fmla="*/ 0 h 127248"/>
                  <a:gd name="connsiteX5" fmla="*/ 121883 w 121883"/>
                  <a:gd name="connsiteY5" fmla="*/ 48094 h 127248"/>
                  <a:gd name="connsiteX6" fmla="*/ 80352 w 121883"/>
                  <a:gd name="connsiteY6" fmla="*/ 48094 h 127248"/>
                  <a:gd name="connsiteX7" fmla="*/ 76975 w 121883"/>
                  <a:gd name="connsiteY7" fmla="*/ 34818 h 127248"/>
                  <a:gd name="connsiteX8" fmla="*/ 60567 w 121883"/>
                  <a:gd name="connsiteY8" fmla="*/ 31250 h 127248"/>
                  <a:gd name="connsiteX9" fmla="*/ 41504 w 121883"/>
                  <a:gd name="connsiteY9" fmla="*/ 63726 h 127248"/>
                  <a:gd name="connsiteX10" fmla="*/ 60567 w 121883"/>
                  <a:gd name="connsiteY10" fmla="*/ 95957 h 127248"/>
                  <a:gd name="connsiteX11" fmla="*/ 80352 w 121883"/>
                  <a:gd name="connsiteY11" fmla="*/ 76050 h 127248"/>
                  <a:gd name="connsiteX12" fmla="*/ 121883 w 121883"/>
                  <a:gd name="connsiteY12" fmla="*/ 76050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1883" h="127248">
                    <a:moveTo>
                      <a:pt x="121883" y="76077"/>
                    </a:moveTo>
                    <a:cubicBezTo>
                      <a:pt x="121883" y="99293"/>
                      <a:pt x="117785" y="112093"/>
                      <a:pt x="107885" y="118956"/>
                    </a:cubicBezTo>
                    <a:cubicBezTo>
                      <a:pt x="98231" y="126064"/>
                      <a:pt x="83021" y="127249"/>
                      <a:pt x="60581" y="127249"/>
                    </a:cubicBezTo>
                    <a:cubicBezTo>
                      <a:pt x="11588" y="127249"/>
                      <a:pt x="0" y="112788"/>
                      <a:pt x="0" y="63740"/>
                    </a:cubicBezTo>
                    <a:cubicBezTo>
                      <a:pt x="0" y="21555"/>
                      <a:pt x="8701" y="0"/>
                      <a:pt x="60581" y="0"/>
                    </a:cubicBezTo>
                    <a:cubicBezTo>
                      <a:pt x="97019" y="0"/>
                      <a:pt x="121883" y="3785"/>
                      <a:pt x="121883" y="48094"/>
                    </a:cubicBezTo>
                    <a:lnTo>
                      <a:pt x="80352" y="48094"/>
                    </a:lnTo>
                    <a:cubicBezTo>
                      <a:pt x="80597" y="41463"/>
                      <a:pt x="79889" y="37432"/>
                      <a:pt x="76975" y="34818"/>
                    </a:cubicBezTo>
                    <a:cubicBezTo>
                      <a:pt x="74075" y="32217"/>
                      <a:pt x="69255" y="31250"/>
                      <a:pt x="60567" y="31250"/>
                    </a:cubicBezTo>
                    <a:cubicBezTo>
                      <a:pt x="45848" y="31250"/>
                      <a:pt x="41504" y="35295"/>
                      <a:pt x="41504" y="63726"/>
                    </a:cubicBezTo>
                    <a:cubicBezTo>
                      <a:pt x="41504" y="92158"/>
                      <a:pt x="44881" y="95957"/>
                      <a:pt x="60567" y="95957"/>
                    </a:cubicBezTo>
                    <a:cubicBezTo>
                      <a:pt x="79386" y="95957"/>
                      <a:pt x="80352" y="91450"/>
                      <a:pt x="80352" y="76050"/>
                    </a:cubicBezTo>
                    <a:lnTo>
                      <a:pt x="121883" y="760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5" name="Freeform: Shape 28">
                <a:extLst>
                  <a:ext uri="{FF2B5EF4-FFF2-40B4-BE49-F238E27FC236}">
                    <a16:creationId xmlns:a16="http://schemas.microsoft.com/office/drawing/2014/main" id="{BE59F574-FD46-9381-F8CC-943F86E8A86D}"/>
                  </a:ext>
                </a:extLst>
              </p:cNvPr>
              <p:cNvSpPr/>
              <p:nvPr/>
            </p:nvSpPr>
            <p:spPr>
              <a:xfrm>
                <a:off x="5197022" y="2482641"/>
                <a:ext cx="121883" cy="177726"/>
              </a:xfrm>
              <a:custGeom>
                <a:avLst/>
                <a:gdLst>
                  <a:gd name="connsiteX0" fmla="*/ 41504 w 121883"/>
                  <a:gd name="connsiteY0" fmla="*/ 76526 h 177726"/>
                  <a:gd name="connsiteX1" fmla="*/ 43192 w 121883"/>
                  <a:gd name="connsiteY1" fmla="*/ 76526 h 177726"/>
                  <a:gd name="connsiteX2" fmla="*/ 81088 w 121883"/>
                  <a:gd name="connsiteY2" fmla="*/ 51893 h 177726"/>
                  <a:gd name="connsiteX3" fmla="*/ 121883 w 121883"/>
                  <a:gd name="connsiteY3" fmla="*/ 91709 h 177726"/>
                  <a:gd name="connsiteX4" fmla="*/ 121883 w 121883"/>
                  <a:gd name="connsiteY4" fmla="*/ 177726 h 177726"/>
                  <a:gd name="connsiteX5" fmla="*/ 80366 w 121883"/>
                  <a:gd name="connsiteY5" fmla="*/ 177726 h 177726"/>
                  <a:gd name="connsiteX6" fmla="*/ 80366 w 121883"/>
                  <a:gd name="connsiteY6" fmla="*/ 101173 h 177726"/>
                  <a:gd name="connsiteX7" fmla="*/ 63236 w 121883"/>
                  <a:gd name="connsiteY7" fmla="*/ 83158 h 177726"/>
                  <a:gd name="connsiteX8" fmla="*/ 41517 w 121883"/>
                  <a:gd name="connsiteY8" fmla="*/ 109234 h 177726"/>
                  <a:gd name="connsiteX9" fmla="*/ 41517 w 121883"/>
                  <a:gd name="connsiteY9" fmla="*/ 177726 h 177726"/>
                  <a:gd name="connsiteX10" fmla="*/ 0 w 121883"/>
                  <a:gd name="connsiteY10" fmla="*/ 177726 h 177726"/>
                  <a:gd name="connsiteX11" fmla="*/ 0 w 121883"/>
                  <a:gd name="connsiteY11" fmla="*/ 0 h 177726"/>
                  <a:gd name="connsiteX12" fmla="*/ 41517 w 121883"/>
                  <a:gd name="connsiteY12" fmla="*/ 0 h 177726"/>
                  <a:gd name="connsiteX13" fmla="*/ 41517 w 121883"/>
                  <a:gd name="connsiteY13" fmla="*/ 76526 h 177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883" h="177726">
                    <a:moveTo>
                      <a:pt x="41504" y="76526"/>
                    </a:moveTo>
                    <a:lnTo>
                      <a:pt x="43192" y="76526"/>
                    </a:lnTo>
                    <a:cubicBezTo>
                      <a:pt x="49225" y="56864"/>
                      <a:pt x="61548" y="51893"/>
                      <a:pt x="81088" y="51893"/>
                    </a:cubicBezTo>
                    <a:cubicBezTo>
                      <a:pt x="109084" y="51893"/>
                      <a:pt x="121883" y="64925"/>
                      <a:pt x="121883" y="91709"/>
                    </a:cubicBezTo>
                    <a:lnTo>
                      <a:pt x="121883" y="177726"/>
                    </a:lnTo>
                    <a:lnTo>
                      <a:pt x="80366" y="177726"/>
                    </a:lnTo>
                    <a:lnTo>
                      <a:pt x="80366" y="101173"/>
                    </a:lnTo>
                    <a:cubicBezTo>
                      <a:pt x="80134" y="89095"/>
                      <a:pt x="76744" y="83158"/>
                      <a:pt x="63236" y="83158"/>
                    </a:cubicBezTo>
                    <a:cubicBezTo>
                      <a:pt x="44663" y="83158"/>
                      <a:pt x="41517" y="94065"/>
                      <a:pt x="41517" y="109234"/>
                    </a:cubicBezTo>
                    <a:lnTo>
                      <a:pt x="41517" y="177726"/>
                    </a:lnTo>
                    <a:lnTo>
                      <a:pt x="0" y="177726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652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119BBDF-B70E-AA5F-28E4-D3FE453EF294}"/>
                </a:ext>
              </a:extLst>
            </p:cNvPr>
            <p:cNvGrpSpPr/>
            <p:nvPr/>
          </p:nvGrpSpPr>
          <p:grpSpPr>
            <a:xfrm>
              <a:off x="3824442" y="2481552"/>
              <a:ext cx="179889" cy="179891"/>
              <a:chOff x="3824442" y="2481552"/>
              <a:chExt cx="179889" cy="179891"/>
            </a:xfrm>
          </p:grpSpPr>
          <p:sp>
            <p:nvSpPr>
              <p:cNvPr id="27" name="Freeform: Shape 7">
                <a:extLst>
                  <a:ext uri="{FF2B5EF4-FFF2-40B4-BE49-F238E27FC236}">
                    <a16:creationId xmlns:a16="http://schemas.microsoft.com/office/drawing/2014/main" id="{104AE201-B6D6-49BE-369E-0AAFBA3887D0}"/>
                  </a:ext>
                </a:extLst>
              </p:cNvPr>
              <p:cNvSpPr/>
              <p:nvPr/>
            </p:nvSpPr>
            <p:spPr>
              <a:xfrm>
                <a:off x="382444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10">
                <a:extLst>
                  <a:ext uri="{FF2B5EF4-FFF2-40B4-BE49-F238E27FC236}">
                    <a16:creationId xmlns:a16="http://schemas.microsoft.com/office/drawing/2014/main" id="{D7A8CC08-35B7-0087-2B92-E0E5B9D5E73C}"/>
                  </a:ext>
                </a:extLst>
              </p:cNvPr>
              <p:cNvSpPr/>
              <p:nvPr/>
            </p:nvSpPr>
            <p:spPr>
              <a:xfrm>
                <a:off x="3887569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" name="Freeform: Shape 11">
                <a:extLst>
                  <a:ext uri="{FF2B5EF4-FFF2-40B4-BE49-F238E27FC236}">
                    <a16:creationId xmlns:a16="http://schemas.microsoft.com/office/drawing/2014/main" id="{DD4F353E-A5E9-514D-844E-656DB39D1DFF}"/>
                  </a:ext>
                </a:extLst>
              </p:cNvPr>
              <p:cNvSpPr/>
              <p:nvPr/>
            </p:nvSpPr>
            <p:spPr>
              <a:xfrm>
                <a:off x="395068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" name="Freeform: Shape 13">
                <a:extLst>
                  <a:ext uri="{FF2B5EF4-FFF2-40B4-BE49-F238E27FC236}">
                    <a16:creationId xmlns:a16="http://schemas.microsoft.com/office/drawing/2014/main" id="{E200B034-0C50-FDFC-1B53-521449FDCEBA}"/>
                  </a:ext>
                </a:extLst>
              </p:cNvPr>
              <p:cNvSpPr/>
              <p:nvPr/>
            </p:nvSpPr>
            <p:spPr>
              <a:xfrm>
                <a:off x="382444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1" name="Freeform: Shape 14">
                <a:extLst>
                  <a:ext uri="{FF2B5EF4-FFF2-40B4-BE49-F238E27FC236}">
                    <a16:creationId xmlns:a16="http://schemas.microsoft.com/office/drawing/2014/main" id="{0EEFF4DD-C2F1-F66B-300D-3C3BF010F452}"/>
                  </a:ext>
                </a:extLst>
              </p:cNvPr>
              <p:cNvSpPr/>
              <p:nvPr/>
            </p:nvSpPr>
            <p:spPr>
              <a:xfrm>
                <a:off x="3887569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2" name="Freeform: Shape 15">
                <a:extLst>
                  <a:ext uri="{FF2B5EF4-FFF2-40B4-BE49-F238E27FC236}">
                    <a16:creationId xmlns:a16="http://schemas.microsoft.com/office/drawing/2014/main" id="{F051EFC6-C3FD-2CED-68B5-11E936949C82}"/>
                  </a:ext>
                </a:extLst>
              </p:cNvPr>
              <p:cNvSpPr/>
              <p:nvPr/>
            </p:nvSpPr>
            <p:spPr>
              <a:xfrm>
                <a:off x="395068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3" name="Freeform: Shape 16">
                <a:extLst>
                  <a:ext uri="{FF2B5EF4-FFF2-40B4-BE49-F238E27FC236}">
                    <a16:creationId xmlns:a16="http://schemas.microsoft.com/office/drawing/2014/main" id="{16E6E89E-5C7E-29DE-8D4B-27725AE0328A}"/>
                  </a:ext>
                </a:extLst>
              </p:cNvPr>
              <p:cNvSpPr/>
              <p:nvPr/>
            </p:nvSpPr>
            <p:spPr>
              <a:xfrm>
                <a:off x="382444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4" name="Freeform: Shape 17">
                <a:extLst>
                  <a:ext uri="{FF2B5EF4-FFF2-40B4-BE49-F238E27FC236}">
                    <a16:creationId xmlns:a16="http://schemas.microsoft.com/office/drawing/2014/main" id="{2B212F61-20A5-5862-2F87-37D6145C3897}"/>
                  </a:ext>
                </a:extLst>
              </p:cNvPr>
              <p:cNvSpPr/>
              <p:nvPr/>
            </p:nvSpPr>
            <p:spPr>
              <a:xfrm>
                <a:off x="3887569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5" name="Freeform: Shape 18">
                <a:extLst>
                  <a:ext uri="{FF2B5EF4-FFF2-40B4-BE49-F238E27FC236}">
                    <a16:creationId xmlns:a16="http://schemas.microsoft.com/office/drawing/2014/main" id="{18EB8E95-17AC-57B4-A232-95E31C0430F5}"/>
                  </a:ext>
                </a:extLst>
              </p:cNvPr>
              <p:cNvSpPr/>
              <p:nvPr/>
            </p:nvSpPr>
            <p:spPr>
              <a:xfrm>
                <a:off x="395068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11377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C0BD734-6AEA-9AC6-D307-AA2BBDE3A218}"/>
              </a:ext>
            </a:extLst>
          </p:cNvPr>
          <p:cNvGrpSpPr/>
          <p:nvPr userDrawn="1"/>
        </p:nvGrpSpPr>
        <p:grpSpPr>
          <a:xfrm>
            <a:off x="0" y="1714460"/>
            <a:ext cx="9144000" cy="3429040"/>
            <a:chOff x="0" y="2285948"/>
            <a:chExt cx="12192000" cy="4572053"/>
          </a:xfrm>
        </p:grpSpPr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935126AB-E98C-F5D9-90FB-E1473BDF1867}"/>
                </a:ext>
              </a:extLst>
            </p:cNvPr>
            <p:cNvSpPr>
              <a:spLocks/>
            </p:cNvSpPr>
            <p:nvPr userDrawn="1"/>
          </p:nvSpPr>
          <p:spPr>
            <a:xfrm>
              <a:off x="0" y="3472868"/>
              <a:ext cx="12192000" cy="3385133"/>
            </a:xfrm>
            <a:custGeom>
              <a:avLst/>
              <a:gdLst>
                <a:gd name="connsiteX0" fmla="*/ 3056065 w 12192000"/>
                <a:gd name="connsiteY0" fmla="*/ 198 h 3385133"/>
                <a:gd name="connsiteX1" fmla="*/ 3369838 w 12192000"/>
                <a:gd name="connsiteY1" fmla="*/ 50736 h 3385133"/>
                <a:gd name="connsiteX2" fmla="*/ 4569642 w 12192000"/>
                <a:gd name="connsiteY2" fmla="*/ 2260860 h 3385133"/>
                <a:gd name="connsiteX3" fmla="*/ 7013431 w 12192000"/>
                <a:gd name="connsiteY3" fmla="*/ 1599712 h 3385133"/>
                <a:gd name="connsiteX4" fmla="*/ 9115812 w 12192000"/>
                <a:gd name="connsiteY4" fmla="*/ 3073127 h 3385133"/>
                <a:gd name="connsiteX5" fmla="*/ 12051542 w 12192000"/>
                <a:gd name="connsiteY5" fmla="*/ 2768100 h 3385133"/>
                <a:gd name="connsiteX6" fmla="*/ 12124169 w 12192000"/>
                <a:gd name="connsiteY6" fmla="*/ 2799316 h 3385133"/>
                <a:gd name="connsiteX7" fmla="*/ 12192000 w 12192000"/>
                <a:gd name="connsiteY7" fmla="*/ 2840727 h 3385133"/>
                <a:gd name="connsiteX8" fmla="*/ 12192000 w 12192000"/>
                <a:gd name="connsiteY8" fmla="*/ 3385133 h 3385133"/>
                <a:gd name="connsiteX9" fmla="*/ 0 w 12192000"/>
                <a:gd name="connsiteY9" fmla="*/ 3385133 h 3385133"/>
                <a:gd name="connsiteX10" fmla="*/ 0 w 12192000"/>
                <a:gd name="connsiteY10" fmla="*/ 2722783 h 3385133"/>
                <a:gd name="connsiteX11" fmla="*/ 188651 w 12192000"/>
                <a:gd name="connsiteY11" fmla="*/ 2337982 h 3385133"/>
                <a:gd name="connsiteX12" fmla="*/ 3056065 w 12192000"/>
                <a:gd name="connsiteY12" fmla="*/ 198 h 338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92000" h="3385133">
                  <a:moveTo>
                    <a:pt x="3056065" y="198"/>
                  </a:moveTo>
                  <a:cubicBezTo>
                    <a:pt x="3171660" y="-2023"/>
                    <a:pt x="3277253" y="14388"/>
                    <a:pt x="3369838" y="50736"/>
                  </a:cubicBezTo>
                  <a:cubicBezTo>
                    <a:pt x="4393515" y="551888"/>
                    <a:pt x="3962377" y="2002698"/>
                    <a:pt x="4569642" y="2260860"/>
                  </a:cubicBezTo>
                  <a:cubicBezTo>
                    <a:pt x="5176908" y="2519024"/>
                    <a:pt x="6129951" y="1253397"/>
                    <a:pt x="7013431" y="1599712"/>
                  </a:cubicBezTo>
                  <a:cubicBezTo>
                    <a:pt x="7809372" y="1933434"/>
                    <a:pt x="8054511" y="2733572"/>
                    <a:pt x="9115812" y="3073127"/>
                  </a:cubicBezTo>
                  <a:cubicBezTo>
                    <a:pt x="10572433" y="3488241"/>
                    <a:pt x="11538296" y="2690632"/>
                    <a:pt x="12051542" y="2768100"/>
                  </a:cubicBezTo>
                  <a:cubicBezTo>
                    <a:pt x="12076335" y="2776592"/>
                    <a:pt x="12100568" y="2787054"/>
                    <a:pt x="12124169" y="2799316"/>
                  </a:cubicBezTo>
                  <a:lnTo>
                    <a:pt x="12192000" y="2840727"/>
                  </a:lnTo>
                  <a:lnTo>
                    <a:pt x="12192000" y="3385133"/>
                  </a:lnTo>
                  <a:lnTo>
                    <a:pt x="0" y="3385133"/>
                  </a:lnTo>
                  <a:lnTo>
                    <a:pt x="0" y="2722783"/>
                  </a:lnTo>
                  <a:lnTo>
                    <a:pt x="188651" y="2337982"/>
                  </a:lnTo>
                  <a:cubicBezTo>
                    <a:pt x="947589" y="944224"/>
                    <a:pt x="2246898" y="15741"/>
                    <a:pt x="3056065" y="198"/>
                  </a:cubicBezTo>
                  <a:close/>
                </a:path>
              </a:pathLst>
            </a:custGeom>
            <a:blipFill dpi="0" rotWithShape="1"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 r="43"/>
              </a:stretch>
            </a:blip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A8A88E38-FF05-C113-7241-5B96DCE23FB3}"/>
                </a:ext>
              </a:extLst>
            </p:cNvPr>
            <p:cNvSpPr>
              <a:spLocks/>
            </p:cNvSpPr>
            <p:nvPr userDrawn="1"/>
          </p:nvSpPr>
          <p:spPr>
            <a:xfrm>
              <a:off x="0" y="2285948"/>
              <a:ext cx="12192000" cy="4572053"/>
            </a:xfrm>
            <a:custGeom>
              <a:avLst/>
              <a:gdLst>
                <a:gd name="connsiteX0" fmla="*/ 2716927 w 12192000"/>
                <a:gd name="connsiteY0" fmla="*/ 238 h 4572053"/>
                <a:gd name="connsiteX1" fmla="*/ 3094790 w 12192000"/>
                <a:gd name="connsiteY1" fmla="*/ 61099 h 4572053"/>
                <a:gd name="connsiteX2" fmla="*/ 4539660 w 12192000"/>
                <a:gd name="connsiteY2" fmla="*/ 2722654 h 4572053"/>
                <a:gd name="connsiteX3" fmla="*/ 7482608 w 12192000"/>
                <a:gd name="connsiteY3" fmla="*/ 1926463 h 4572053"/>
                <a:gd name="connsiteX4" fmla="*/ 10014414 w 12192000"/>
                <a:gd name="connsiteY4" fmla="*/ 3700831 h 4572053"/>
                <a:gd name="connsiteX5" fmla="*/ 11981213 w 12192000"/>
                <a:gd name="connsiteY5" fmla="*/ 3728893 h 4572053"/>
                <a:gd name="connsiteX6" fmla="*/ 12192000 w 12192000"/>
                <a:gd name="connsiteY6" fmla="*/ 3673856 h 4572053"/>
                <a:gd name="connsiteX7" fmla="*/ 12192000 w 12192000"/>
                <a:gd name="connsiteY7" fmla="*/ 4572053 h 4572053"/>
                <a:gd name="connsiteX8" fmla="*/ 0 w 12192000"/>
                <a:gd name="connsiteY8" fmla="*/ 4572053 h 4572053"/>
                <a:gd name="connsiteX9" fmla="*/ 0 w 12192000"/>
                <a:gd name="connsiteY9" fmla="*/ 1732367 h 4572053"/>
                <a:gd name="connsiteX10" fmla="*/ 10572 w 12192000"/>
                <a:gd name="connsiteY10" fmla="*/ 1719209 h 4572053"/>
                <a:gd name="connsiteX11" fmla="*/ 2716927 w 12192000"/>
                <a:gd name="connsiteY11" fmla="*/ 238 h 4572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4572053">
                  <a:moveTo>
                    <a:pt x="2716927" y="238"/>
                  </a:moveTo>
                  <a:cubicBezTo>
                    <a:pt x="2856133" y="-2436"/>
                    <a:pt x="2983294" y="17327"/>
                    <a:pt x="3094790" y="61099"/>
                  </a:cubicBezTo>
                  <a:cubicBezTo>
                    <a:pt x="4327559" y="664614"/>
                    <a:pt x="3808358" y="2411761"/>
                    <a:pt x="4539660" y="2722654"/>
                  </a:cubicBezTo>
                  <a:cubicBezTo>
                    <a:pt x="5270964" y="3033549"/>
                    <a:pt x="6418673" y="1509411"/>
                    <a:pt x="7482608" y="1926463"/>
                  </a:cubicBezTo>
                  <a:cubicBezTo>
                    <a:pt x="8441125" y="2328349"/>
                    <a:pt x="8736336" y="3291921"/>
                    <a:pt x="10014414" y="3700831"/>
                  </a:cubicBezTo>
                  <a:cubicBezTo>
                    <a:pt x="10781852" y="3919539"/>
                    <a:pt x="11436170" y="3858712"/>
                    <a:pt x="11981213" y="3728893"/>
                  </a:cubicBezTo>
                  <a:lnTo>
                    <a:pt x="12192000" y="3673856"/>
                  </a:lnTo>
                  <a:lnTo>
                    <a:pt x="12192000" y="4572053"/>
                  </a:lnTo>
                  <a:lnTo>
                    <a:pt x="0" y="4572053"/>
                  </a:lnTo>
                  <a:lnTo>
                    <a:pt x="0" y="1732367"/>
                  </a:lnTo>
                  <a:lnTo>
                    <a:pt x="10572" y="1719209"/>
                  </a:lnTo>
                  <a:cubicBezTo>
                    <a:pt x="889416" y="666969"/>
                    <a:pt x="1974493" y="14500"/>
                    <a:pt x="2716927" y="238"/>
                  </a:cubicBezTo>
                  <a:close/>
                </a:path>
              </a:pathLst>
            </a:custGeom>
            <a:gradFill>
              <a:gsLst>
                <a:gs pos="0">
                  <a:sysClr val="window" lastClr="FFFFFF"/>
                </a:gs>
                <a:gs pos="100000">
                  <a:srgbClr val="9DBAFF">
                    <a:alpha val="41000"/>
                  </a:srgbClr>
                </a:gs>
              </a:gsLst>
              <a:lin ang="5400000" scaled="1"/>
            </a:gra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0" name="Title 4">
            <a:extLst>
              <a:ext uri="{FF2B5EF4-FFF2-40B4-BE49-F238E27FC236}">
                <a16:creationId xmlns:a16="http://schemas.microsoft.com/office/drawing/2014/main" id="{6C5395D0-A608-A51A-7A6C-83141835A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40" y="308506"/>
            <a:ext cx="8669120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EE7CEDC8-B2D1-5E9D-0BD3-44E431B50FBF}"/>
              </a:ext>
            </a:extLst>
          </p:cNvPr>
          <p:cNvSpPr txBox="1">
            <a:spLocks/>
          </p:cNvSpPr>
          <p:nvPr userDrawn="1"/>
        </p:nvSpPr>
        <p:spPr>
          <a:xfrm>
            <a:off x="8757480" y="4806255"/>
            <a:ext cx="14908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37A3306-72CE-48AC-9363-0EAE74D66663}" type="slidenum">
              <a:rPr lang="en-IN" sz="800" smtClean="0">
                <a:solidFill>
                  <a:schemeClr val="bg1"/>
                </a:solidFill>
              </a:rPr>
              <a:pPr algn="r"/>
              <a:t>‹#›</a:t>
            </a:fld>
            <a:endParaRPr lang="en-IN" sz="800">
              <a:solidFill>
                <a:schemeClr val="bg1"/>
              </a:solidFill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12694D35-F5B9-BF78-4DC4-9A640CDA4D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8125" y="668257"/>
            <a:ext cx="8667750" cy="15234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1pPr>
            <a:lvl2pPr marL="342900" indent="0">
              <a:buNone/>
              <a:defRPr sz="1100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2pPr>
            <a:lvl3pPr marL="685800" indent="0">
              <a:buNone/>
              <a:defRPr sz="1100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3pPr>
            <a:lvl4pPr marL="1028700" indent="0">
              <a:buNone/>
              <a:defRPr sz="1100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4pPr>
            <a:lvl5pPr marL="1371600" indent="0">
              <a:buNone/>
              <a:defRPr sz="1100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0B203EE-ED69-9F31-465C-E7FA9C9BB6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33393" y="4804408"/>
            <a:ext cx="1042737" cy="126000"/>
            <a:chOff x="3824442" y="2481198"/>
            <a:chExt cx="1494463" cy="18058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18DCB32-DB68-1A79-5F45-0DA1F8B17EB6}"/>
                </a:ext>
              </a:extLst>
            </p:cNvPr>
            <p:cNvGrpSpPr/>
            <p:nvPr/>
          </p:nvGrpSpPr>
          <p:grpSpPr>
            <a:xfrm>
              <a:off x="4083922" y="2481198"/>
              <a:ext cx="1234983" cy="180585"/>
              <a:chOff x="4083922" y="2481198"/>
              <a:chExt cx="1234983" cy="180585"/>
            </a:xfrm>
          </p:grpSpPr>
          <p:sp>
            <p:nvSpPr>
              <p:cNvPr id="30" name="Freeform: Shape 19">
                <a:extLst>
                  <a:ext uri="{FF2B5EF4-FFF2-40B4-BE49-F238E27FC236}">
                    <a16:creationId xmlns:a16="http://schemas.microsoft.com/office/drawing/2014/main" id="{77DE5390-5B38-0162-EF24-E9B3FAE11929}"/>
                  </a:ext>
                </a:extLst>
              </p:cNvPr>
              <p:cNvSpPr/>
              <p:nvPr/>
            </p:nvSpPr>
            <p:spPr>
              <a:xfrm>
                <a:off x="4083922" y="2481198"/>
                <a:ext cx="159274" cy="180558"/>
              </a:xfrm>
              <a:custGeom>
                <a:avLst/>
                <a:gdLst>
                  <a:gd name="connsiteX0" fmla="*/ 159275 w 159274"/>
                  <a:gd name="connsiteY0" fmla="*/ 111848 h 180558"/>
                  <a:gd name="connsiteX1" fmla="*/ 159275 w 159274"/>
                  <a:gd name="connsiteY1" fmla="*/ 117063 h 180558"/>
                  <a:gd name="connsiteX2" fmla="*/ 142622 w 159274"/>
                  <a:gd name="connsiteY2" fmla="*/ 167541 h 180558"/>
                  <a:gd name="connsiteX3" fmla="*/ 85186 w 159274"/>
                  <a:gd name="connsiteY3" fmla="*/ 180558 h 180558"/>
                  <a:gd name="connsiteX4" fmla="*/ 0 w 159274"/>
                  <a:gd name="connsiteY4" fmla="*/ 113264 h 180558"/>
                  <a:gd name="connsiteX5" fmla="*/ 0 w 159274"/>
                  <a:gd name="connsiteY5" fmla="*/ 67294 h 180558"/>
                  <a:gd name="connsiteX6" fmla="*/ 85186 w 159274"/>
                  <a:gd name="connsiteY6" fmla="*/ 0 h 180558"/>
                  <a:gd name="connsiteX7" fmla="*/ 159043 w 159274"/>
                  <a:gd name="connsiteY7" fmla="*/ 58307 h 180558"/>
                  <a:gd name="connsiteX8" fmla="*/ 159043 w 159274"/>
                  <a:gd name="connsiteY8" fmla="*/ 65183 h 180558"/>
                  <a:gd name="connsiteX9" fmla="*/ 109315 w 159274"/>
                  <a:gd name="connsiteY9" fmla="*/ 65183 h 180558"/>
                  <a:gd name="connsiteX10" fmla="*/ 109315 w 159274"/>
                  <a:gd name="connsiteY10" fmla="*/ 58307 h 180558"/>
                  <a:gd name="connsiteX11" fmla="*/ 79876 w 159274"/>
                  <a:gd name="connsiteY11" fmla="*/ 41232 h 180558"/>
                  <a:gd name="connsiteX12" fmla="*/ 49701 w 159274"/>
                  <a:gd name="connsiteY12" fmla="*/ 74892 h 180558"/>
                  <a:gd name="connsiteX13" fmla="*/ 49701 w 159274"/>
                  <a:gd name="connsiteY13" fmla="*/ 102616 h 180558"/>
                  <a:gd name="connsiteX14" fmla="*/ 79876 w 159274"/>
                  <a:gd name="connsiteY14" fmla="*/ 139354 h 180558"/>
                  <a:gd name="connsiteX15" fmla="*/ 109560 w 159274"/>
                  <a:gd name="connsiteY15" fmla="*/ 117091 h 180558"/>
                  <a:gd name="connsiteX16" fmla="*/ 109560 w 159274"/>
                  <a:gd name="connsiteY16" fmla="*/ 111875 h 180558"/>
                  <a:gd name="connsiteX17" fmla="*/ 159275 w 159274"/>
                  <a:gd name="connsiteY17" fmla="*/ 111875 h 180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9274" h="180558">
                    <a:moveTo>
                      <a:pt x="159275" y="111848"/>
                    </a:moveTo>
                    <a:lnTo>
                      <a:pt x="159275" y="117063"/>
                    </a:lnTo>
                    <a:cubicBezTo>
                      <a:pt x="159275" y="136481"/>
                      <a:pt x="159030" y="154019"/>
                      <a:pt x="142622" y="167541"/>
                    </a:cubicBezTo>
                    <a:cubicBezTo>
                      <a:pt x="126200" y="180803"/>
                      <a:pt x="106183" y="180558"/>
                      <a:pt x="85186" y="180558"/>
                    </a:cubicBezTo>
                    <a:cubicBezTo>
                      <a:pt x="35948" y="180558"/>
                      <a:pt x="0" y="178189"/>
                      <a:pt x="0" y="113264"/>
                    </a:cubicBezTo>
                    <a:lnTo>
                      <a:pt x="0" y="67294"/>
                    </a:lnTo>
                    <a:cubicBezTo>
                      <a:pt x="-14" y="8538"/>
                      <a:pt x="32081" y="0"/>
                      <a:pt x="85186" y="0"/>
                    </a:cubicBezTo>
                    <a:cubicBezTo>
                      <a:pt x="134901" y="0"/>
                      <a:pt x="158077" y="4970"/>
                      <a:pt x="159043" y="58307"/>
                    </a:cubicBezTo>
                    <a:lnTo>
                      <a:pt x="159043" y="65183"/>
                    </a:lnTo>
                    <a:lnTo>
                      <a:pt x="109315" y="65183"/>
                    </a:lnTo>
                    <a:lnTo>
                      <a:pt x="109315" y="58307"/>
                    </a:lnTo>
                    <a:cubicBezTo>
                      <a:pt x="107640" y="42430"/>
                      <a:pt x="96284" y="41232"/>
                      <a:pt x="79876" y="41232"/>
                    </a:cubicBezTo>
                    <a:cubicBezTo>
                      <a:pt x="52356" y="41232"/>
                      <a:pt x="49701" y="49538"/>
                      <a:pt x="49701" y="74892"/>
                    </a:cubicBezTo>
                    <a:lnTo>
                      <a:pt x="49701" y="102616"/>
                    </a:lnTo>
                    <a:cubicBezTo>
                      <a:pt x="49701" y="129169"/>
                      <a:pt x="50913" y="139354"/>
                      <a:pt x="79876" y="139354"/>
                    </a:cubicBezTo>
                    <a:cubicBezTo>
                      <a:pt x="99906" y="139354"/>
                      <a:pt x="109560" y="137938"/>
                      <a:pt x="109560" y="117091"/>
                    </a:cubicBezTo>
                    <a:lnTo>
                      <a:pt x="109560" y="111875"/>
                    </a:lnTo>
                    <a:lnTo>
                      <a:pt x="159275" y="111875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1" name="Freeform: Shape 20">
                <a:extLst>
                  <a:ext uri="{FF2B5EF4-FFF2-40B4-BE49-F238E27FC236}">
                    <a16:creationId xmlns:a16="http://schemas.microsoft.com/office/drawing/2014/main" id="{35022666-2F38-93C6-816B-A45727366319}"/>
                  </a:ext>
                </a:extLst>
              </p:cNvPr>
              <p:cNvSpPr/>
              <p:nvPr/>
            </p:nvSpPr>
            <p:spPr>
              <a:xfrm>
                <a:off x="4261525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2" name="Freeform: Shape 21">
                <a:extLst>
                  <a:ext uri="{FF2B5EF4-FFF2-40B4-BE49-F238E27FC236}">
                    <a16:creationId xmlns:a16="http://schemas.microsoft.com/office/drawing/2014/main" id="{0F167BBD-CF38-80BB-025F-305B717BE019}"/>
                  </a:ext>
                </a:extLst>
              </p:cNvPr>
              <p:cNvSpPr/>
              <p:nvPr/>
            </p:nvSpPr>
            <p:spPr>
              <a:xfrm>
                <a:off x="4316564" y="2509643"/>
                <a:ext cx="110540" cy="152126"/>
              </a:xfrm>
              <a:custGeom>
                <a:avLst/>
                <a:gdLst>
                  <a:gd name="connsiteX0" fmla="*/ 104985 w 110540"/>
                  <a:gd name="connsiteY0" fmla="*/ 56142 h 152126"/>
                  <a:gd name="connsiteX1" fmla="*/ 56959 w 110540"/>
                  <a:gd name="connsiteY1" fmla="*/ 56142 h 152126"/>
                  <a:gd name="connsiteX2" fmla="*/ 56959 w 110540"/>
                  <a:gd name="connsiteY2" fmla="*/ 111835 h 152126"/>
                  <a:gd name="connsiteX3" fmla="*/ 66382 w 110540"/>
                  <a:gd name="connsiteY3" fmla="*/ 122265 h 152126"/>
                  <a:gd name="connsiteX4" fmla="*/ 77234 w 110540"/>
                  <a:gd name="connsiteY4" fmla="*/ 106156 h 152126"/>
                  <a:gd name="connsiteX5" fmla="*/ 77479 w 110540"/>
                  <a:gd name="connsiteY5" fmla="*/ 99511 h 152126"/>
                  <a:gd name="connsiteX6" fmla="*/ 110541 w 110540"/>
                  <a:gd name="connsiteY6" fmla="*/ 99511 h 152126"/>
                  <a:gd name="connsiteX7" fmla="*/ 110541 w 110540"/>
                  <a:gd name="connsiteY7" fmla="*/ 110650 h 152126"/>
                  <a:gd name="connsiteX8" fmla="*/ 63958 w 110540"/>
                  <a:gd name="connsiteY8" fmla="*/ 152127 h 152126"/>
                  <a:gd name="connsiteX9" fmla="*/ 15455 w 110540"/>
                  <a:gd name="connsiteY9" fmla="*/ 117526 h 152126"/>
                  <a:gd name="connsiteX10" fmla="*/ 15455 w 110540"/>
                  <a:gd name="connsiteY10" fmla="*/ 56142 h 152126"/>
                  <a:gd name="connsiteX11" fmla="*/ 0 w 110540"/>
                  <a:gd name="connsiteY11" fmla="*/ 56142 h 152126"/>
                  <a:gd name="connsiteX12" fmla="*/ 0 w 110540"/>
                  <a:gd name="connsiteY12" fmla="*/ 26294 h 152126"/>
                  <a:gd name="connsiteX13" fmla="*/ 15455 w 110540"/>
                  <a:gd name="connsiteY13" fmla="*/ 26294 h 152126"/>
                  <a:gd name="connsiteX14" fmla="*/ 15455 w 110540"/>
                  <a:gd name="connsiteY14" fmla="*/ 0 h 152126"/>
                  <a:gd name="connsiteX15" fmla="*/ 56959 w 110540"/>
                  <a:gd name="connsiteY15" fmla="*/ 0 h 152126"/>
                  <a:gd name="connsiteX16" fmla="*/ 56959 w 110540"/>
                  <a:gd name="connsiteY16" fmla="*/ 26294 h 152126"/>
                  <a:gd name="connsiteX17" fmla="*/ 104985 w 110540"/>
                  <a:gd name="connsiteY17" fmla="*/ 26294 h 152126"/>
                  <a:gd name="connsiteX18" fmla="*/ 104985 w 110540"/>
                  <a:gd name="connsiteY18" fmla="*/ 56142 h 15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0540" h="152126">
                    <a:moveTo>
                      <a:pt x="104985" y="56142"/>
                    </a:moveTo>
                    <a:lnTo>
                      <a:pt x="56959" y="56142"/>
                    </a:lnTo>
                    <a:lnTo>
                      <a:pt x="56959" y="111835"/>
                    </a:lnTo>
                    <a:cubicBezTo>
                      <a:pt x="57204" y="119188"/>
                      <a:pt x="58674" y="122265"/>
                      <a:pt x="66382" y="122265"/>
                    </a:cubicBezTo>
                    <a:cubicBezTo>
                      <a:pt x="77234" y="122265"/>
                      <a:pt x="76758" y="114680"/>
                      <a:pt x="77234" y="106156"/>
                    </a:cubicBezTo>
                    <a:lnTo>
                      <a:pt x="77479" y="99511"/>
                    </a:lnTo>
                    <a:lnTo>
                      <a:pt x="110541" y="99511"/>
                    </a:lnTo>
                    <a:lnTo>
                      <a:pt x="110541" y="110650"/>
                    </a:lnTo>
                    <a:cubicBezTo>
                      <a:pt x="110541" y="144542"/>
                      <a:pt x="97741" y="152127"/>
                      <a:pt x="63958" y="152127"/>
                    </a:cubicBezTo>
                    <a:cubicBezTo>
                      <a:pt x="37419" y="152127"/>
                      <a:pt x="15455" y="148804"/>
                      <a:pt x="15455" y="117526"/>
                    </a:cubicBezTo>
                    <a:lnTo>
                      <a:pt x="15455" y="56142"/>
                    </a:lnTo>
                    <a:lnTo>
                      <a:pt x="0" y="56142"/>
                    </a:lnTo>
                    <a:lnTo>
                      <a:pt x="0" y="26294"/>
                    </a:lnTo>
                    <a:lnTo>
                      <a:pt x="15455" y="26294"/>
                    </a:lnTo>
                    <a:lnTo>
                      <a:pt x="15455" y="0"/>
                    </a:lnTo>
                    <a:lnTo>
                      <a:pt x="56959" y="0"/>
                    </a:lnTo>
                    <a:lnTo>
                      <a:pt x="56959" y="26294"/>
                    </a:lnTo>
                    <a:lnTo>
                      <a:pt x="104985" y="26294"/>
                    </a:lnTo>
                    <a:lnTo>
                      <a:pt x="104985" y="5614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3" name="Freeform: Shape 22">
                <a:extLst>
                  <a:ext uri="{FF2B5EF4-FFF2-40B4-BE49-F238E27FC236}">
                    <a16:creationId xmlns:a16="http://schemas.microsoft.com/office/drawing/2014/main" id="{BDE0E32A-ABA3-6581-4803-D7AA618091A0}"/>
                  </a:ext>
                </a:extLst>
              </p:cNvPr>
              <p:cNvSpPr/>
              <p:nvPr/>
            </p:nvSpPr>
            <p:spPr>
              <a:xfrm>
                <a:off x="4440599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4" name="Freeform: Shape 23">
                <a:extLst>
                  <a:ext uri="{FF2B5EF4-FFF2-40B4-BE49-F238E27FC236}">
                    <a16:creationId xmlns:a16="http://schemas.microsoft.com/office/drawing/2014/main" id="{5AC58383-7CB8-8453-BB2B-12042661D73F}"/>
                  </a:ext>
                </a:extLst>
              </p:cNvPr>
              <p:cNvSpPr/>
              <p:nvPr/>
            </p:nvSpPr>
            <p:spPr>
              <a:xfrm>
                <a:off x="4504570" y="2535923"/>
                <a:ext cx="121651" cy="125846"/>
              </a:xfrm>
              <a:custGeom>
                <a:avLst/>
                <a:gdLst>
                  <a:gd name="connsiteX0" fmla="*/ 81333 w 121651"/>
                  <a:gd name="connsiteY0" fmla="*/ 124430 h 125846"/>
                  <a:gd name="connsiteX1" fmla="*/ 82790 w 121651"/>
                  <a:gd name="connsiteY1" fmla="*/ 100492 h 125846"/>
                  <a:gd name="connsiteX2" fmla="*/ 80856 w 121651"/>
                  <a:gd name="connsiteY2" fmla="*/ 100492 h 125846"/>
                  <a:gd name="connsiteX3" fmla="*/ 42961 w 121651"/>
                  <a:gd name="connsiteY3" fmla="*/ 125846 h 125846"/>
                  <a:gd name="connsiteX4" fmla="*/ 0 w 121651"/>
                  <a:gd name="connsiteY4" fmla="*/ 85091 h 125846"/>
                  <a:gd name="connsiteX5" fmla="*/ 0 w 121651"/>
                  <a:gd name="connsiteY5" fmla="*/ 0 h 125846"/>
                  <a:gd name="connsiteX6" fmla="*/ 41517 w 121651"/>
                  <a:gd name="connsiteY6" fmla="*/ 0 h 125846"/>
                  <a:gd name="connsiteX7" fmla="*/ 41517 w 121651"/>
                  <a:gd name="connsiteY7" fmla="*/ 74184 h 125846"/>
                  <a:gd name="connsiteX8" fmla="*/ 56727 w 121651"/>
                  <a:gd name="connsiteY8" fmla="*/ 94555 h 125846"/>
                  <a:gd name="connsiteX9" fmla="*/ 80134 w 121651"/>
                  <a:gd name="connsiteY9" fmla="*/ 76540 h 125846"/>
                  <a:gd name="connsiteX10" fmla="*/ 80134 w 121651"/>
                  <a:gd name="connsiteY10" fmla="*/ 0 h 125846"/>
                  <a:gd name="connsiteX11" fmla="*/ 121652 w 121651"/>
                  <a:gd name="connsiteY11" fmla="*/ 0 h 125846"/>
                  <a:gd name="connsiteX12" fmla="*/ 121652 w 121651"/>
                  <a:gd name="connsiteY12" fmla="*/ 124416 h 125846"/>
                  <a:gd name="connsiteX13" fmla="*/ 81346 w 121651"/>
                  <a:gd name="connsiteY13" fmla="*/ 124416 h 125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651" h="125846">
                    <a:moveTo>
                      <a:pt x="81333" y="124430"/>
                    </a:moveTo>
                    <a:lnTo>
                      <a:pt x="82790" y="100492"/>
                    </a:lnTo>
                    <a:lnTo>
                      <a:pt x="80856" y="100492"/>
                    </a:lnTo>
                    <a:cubicBezTo>
                      <a:pt x="75055" y="119691"/>
                      <a:pt x="60581" y="125846"/>
                      <a:pt x="42961" y="125846"/>
                    </a:cubicBezTo>
                    <a:cubicBezTo>
                      <a:pt x="17865" y="125846"/>
                      <a:pt x="0" y="115416"/>
                      <a:pt x="0" y="85091"/>
                    </a:cubicBez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4184"/>
                    </a:lnTo>
                    <a:cubicBezTo>
                      <a:pt x="41517" y="85554"/>
                      <a:pt x="42729" y="94555"/>
                      <a:pt x="56727" y="94555"/>
                    </a:cubicBezTo>
                    <a:cubicBezTo>
                      <a:pt x="67825" y="94555"/>
                      <a:pt x="80134" y="88863"/>
                      <a:pt x="80134" y="76540"/>
                    </a:cubicBezTo>
                    <a:lnTo>
                      <a:pt x="80134" y="0"/>
                    </a:lnTo>
                    <a:lnTo>
                      <a:pt x="121652" y="0"/>
                    </a:lnTo>
                    <a:lnTo>
                      <a:pt x="121652" y="124416"/>
                    </a:lnTo>
                    <a:lnTo>
                      <a:pt x="81346" y="12441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5" name="Freeform: Shape 24">
                <a:extLst>
                  <a:ext uri="{FF2B5EF4-FFF2-40B4-BE49-F238E27FC236}">
                    <a16:creationId xmlns:a16="http://schemas.microsoft.com/office/drawing/2014/main" id="{68233CE1-0904-65F2-C661-C2100C327F62}"/>
                  </a:ext>
                </a:extLst>
              </p:cNvPr>
              <p:cNvSpPr/>
              <p:nvPr/>
            </p:nvSpPr>
            <p:spPr>
              <a:xfrm>
                <a:off x="4648403" y="2534548"/>
                <a:ext cx="124048" cy="127235"/>
              </a:xfrm>
              <a:custGeom>
                <a:avLst/>
                <a:gdLst>
                  <a:gd name="connsiteX0" fmla="*/ 78909 w 124048"/>
                  <a:gd name="connsiteY0" fmla="*/ 36711 h 127235"/>
                  <a:gd name="connsiteX1" fmla="*/ 62024 w 124048"/>
                  <a:gd name="connsiteY1" fmla="*/ 26280 h 127235"/>
                  <a:gd name="connsiteX2" fmla="*/ 40292 w 124048"/>
                  <a:gd name="connsiteY2" fmla="*/ 36234 h 127235"/>
                  <a:gd name="connsiteX3" fmla="*/ 62024 w 124048"/>
                  <a:gd name="connsiteY3" fmla="*/ 47128 h 127235"/>
                  <a:gd name="connsiteX4" fmla="*/ 124048 w 124048"/>
                  <a:gd name="connsiteY4" fmla="*/ 85282 h 127235"/>
                  <a:gd name="connsiteX5" fmla="*/ 62024 w 124048"/>
                  <a:gd name="connsiteY5" fmla="*/ 127235 h 127235"/>
                  <a:gd name="connsiteX6" fmla="*/ 0 w 124048"/>
                  <a:gd name="connsiteY6" fmla="*/ 86943 h 127235"/>
                  <a:gd name="connsiteX7" fmla="*/ 41504 w 124048"/>
                  <a:gd name="connsiteY7" fmla="*/ 86943 h 127235"/>
                  <a:gd name="connsiteX8" fmla="*/ 62024 w 124048"/>
                  <a:gd name="connsiteY8" fmla="*/ 100927 h 127235"/>
                  <a:gd name="connsiteX9" fmla="*/ 83743 w 124048"/>
                  <a:gd name="connsiteY9" fmla="*/ 90034 h 127235"/>
                  <a:gd name="connsiteX10" fmla="*/ 62024 w 124048"/>
                  <a:gd name="connsiteY10" fmla="*/ 77725 h 127235"/>
                  <a:gd name="connsiteX11" fmla="*/ 0 w 124048"/>
                  <a:gd name="connsiteY11" fmla="*/ 40755 h 127235"/>
                  <a:gd name="connsiteX12" fmla="*/ 62024 w 124048"/>
                  <a:gd name="connsiteY12" fmla="*/ 0 h 127235"/>
                  <a:gd name="connsiteX13" fmla="*/ 118016 w 124048"/>
                  <a:gd name="connsiteY13" fmla="*/ 30801 h 127235"/>
                  <a:gd name="connsiteX14" fmla="*/ 118016 w 124048"/>
                  <a:gd name="connsiteY14" fmla="*/ 36724 h 127235"/>
                  <a:gd name="connsiteX15" fmla="*/ 78909 w 124048"/>
                  <a:gd name="connsiteY15" fmla="*/ 36724 h 127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4048" h="127235">
                    <a:moveTo>
                      <a:pt x="78909" y="36711"/>
                    </a:moveTo>
                    <a:cubicBezTo>
                      <a:pt x="77479" y="26280"/>
                      <a:pt x="68533" y="26280"/>
                      <a:pt x="62024" y="26280"/>
                    </a:cubicBezTo>
                    <a:cubicBezTo>
                      <a:pt x="40292" y="26280"/>
                      <a:pt x="40292" y="28895"/>
                      <a:pt x="40292" y="36234"/>
                    </a:cubicBezTo>
                    <a:cubicBezTo>
                      <a:pt x="40292" y="42389"/>
                      <a:pt x="40782" y="46665"/>
                      <a:pt x="62024" y="47128"/>
                    </a:cubicBezTo>
                    <a:cubicBezTo>
                      <a:pt x="104985" y="48081"/>
                      <a:pt x="124048" y="50450"/>
                      <a:pt x="124048" y="85282"/>
                    </a:cubicBezTo>
                    <a:cubicBezTo>
                      <a:pt x="124048" y="120114"/>
                      <a:pt x="95317" y="127235"/>
                      <a:pt x="62024" y="127235"/>
                    </a:cubicBezTo>
                    <a:cubicBezTo>
                      <a:pt x="28731" y="127235"/>
                      <a:pt x="0" y="127943"/>
                      <a:pt x="0" y="86943"/>
                    </a:cubicBezTo>
                    <a:lnTo>
                      <a:pt x="41504" y="86943"/>
                    </a:lnTo>
                    <a:cubicBezTo>
                      <a:pt x="41504" y="100927"/>
                      <a:pt x="51880" y="100927"/>
                      <a:pt x="62024" y="100927"/>
                    </a:cubicBezTo>
                    <a:cubicBezTo>
                      <a:pt x="80843" y="100927"/>
                      <a:pt x="83743" y="99756"/>
                      <a:pt x="83743" y="90034"/>
                    </a:cubicBezTo>
                    <a:cubicBezTo>
                      <a:pt x="83743" y="77725"/>
                      <a:pt x="76499" y="77725"/>
                      <a:pt x="62024" y="77725"/>
                    </a:cubicBezTo>
                    <a:cubicBezTo>
                      <a:pt x="9409" y="77725"/>
                      <a:pt x="0" y="66109"/>
                      <a:pt x="0" y="40755"/>
                    </a:cubicBezTo>
                    <a:cubicBezTo>
                      <a:pt x="0" y="708"/>
                      <a:pt x="26784" y="0"/>
                      <a:pt x="62024" y="0"/>
                    </a:cubicBezTo>
                    <a:cubicBezTo>
                      <a:pt x="85186" y="0"/>
                      <a:pt x="118016" y="231"/>
                      <a:pt x="118016" y="30801"/>
                    </a:cubicBezTo>
                    <a:lnTo>
                      <a:pt x="118016" y="36724"/>
                    </a:lnTo>
                    <a:lnTo>
                      <a:pt x="78909" y="36724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6" name="Freeform: Shape 25">
                <a:extLst>
                  <a:ext uri="{FF2B5EF4-FFF2-40B4-BE49-F238E27FC236}">
                    <a16:creationId xmlns:a16="http://schemas.microsoft.com/office/drawing/2014/main" id="{33CA2374-8EDB-C7EA-305A-782E1B4DBFF2}"/>
                  </a:ext>
                </a:extLst>
              </p:cNvPr>
              <p:cNvSpPr/>
              <p:nvPr/>
            </p:nvSpPr>
            <p:spPr>
              <a:xfrm>
                <a:off x="4780418" y="2482641"/>
                <a:ext cx="143356" cy="177712"/>
              </a:xfrm>
              <a:custGeom>
                <a:avLst/>
                <a:gdLst>
                  <a:gd name="connsiteX0" fmla="*/ 94609 w 143356"/>
                  <a:gd name="connsiteY0" fmla="*/ 177712 h 177712"/>
                  <a:gd name="connsiteX1" fmla="*/ 46338 w 143356"/>
                  <a:gd name="connsiteY1" fmla="*/ 177712 h 177712"/>
                  <a:gd name="connsiteX2" fmla="*/ 46338 w 143356"/>
                  <a:gd name="connsiteY2" fmla="*/ 41218 h 177712"/>
                  <a:gd name="connsiteX3" fmla="*/ 0 w 143356"/>
                  <a:gd name="connsiteY3" fmla="*/ 41218 h 177712"/>
                  <a:gd name="connsiteX4" fmla="*/ 0 w 143356"/>
                  <a:gd name="connsiteY4" fmla="*/ 0 h 177712"/>
                  <a:gd name="connsiteX5" fmla="*/ 143357 w 143356"/>
                  <a:gd name="connsiteY5" fmla="*/ 0 h 177712"/>
                  <a:gd name="connsiteX6" fmla="*/ 143357 w 143356"/>
                  <a:gd name="connsiteY6" fmla="*/ 41218 h 177712"/>
                  <a:gd name="connsiteX7" fmla="*/ 94609 w 143356"/>
                  <a:gd name="connsiteY7" fmla="*/ 41218 h 177712"/>
                  <a:gd name="connsiteX8" fmla="*/ 94609 w 143356"/>
                  <a:gd name="connsiteY8" fmla="*/ 177712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3356" h="177712">
                    <a:moveTo>
                      <a:pt x="94609" y="177712"/>
                    </a:moveTo>
                    <a:lnTo>
                      <a:pt x="46338" y="177712"/>
                    </a:lnTo>
                    <a:lnTo>
                      <a:pt x="46338" y="41218"/>
                    </a:lnTo>
                    <a:lnTo>
                      <a:pt x="0" y="41218"/>
                    </a:lnTo>
                    <a:lnTo>
                      <a:pt x="0" y="0"/>
                    </a:lnTo>
                    <a:lnTo>
                      <a:pt x="143357" y="0"/>
                    </a:lnTo>
                    <a:lnTo>
                      <a:pt x="143357" y="41218"/>
                    </a:lnTo>
                    <a:lnTo>
                      <a:pt x="94609" y="41218"/>
                    </a:lnTo>
                    <a:lnTo>
                      <a:pt x="94609" y="17771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7" name="Freeform: Shape 26">
                <a:extLst>
                  <a:ext uri="{FF2B5EF4-FFF2-40B4-BE49-F238E27FC236}">
                    <a16:creationId xmlns:a16="http://schemas.microsoft.com/office/drawing/2014/main" id="{882779E9-CB00-DB91-0C52-AA31A0579F6A}"/>
                  </a:ext>
                </a:extLst>
              </p:cNvPr>
              <p:cNvSpPr/>
              <p:nvPr/>
            </p:nvSpPr>
            <p:spPr>
              <a:xfrm>
                <a:off x="4917525" y="2534521"/>
                <a:ext cx="123830" cy="127248"/>
              </a:xfrm>
              <a:custGeom>
                <a:avLst/>
                <a:gdLst>
                  <a:gd name="connsiteX0" fmla="*/ 82313 w 123830"/>
                  <a:gd name="connsiteY0" fmla="*/ 48108 h 127248"/>
                  <a:gd name="connsiteX1" fmla="*/ 61303 w 123830"/>
                  <a:gd name="connsiteY1" fmla="*/ 28432 h 127248"/>
                  <a:gd name="connsiteX2" fmla="*/ 41517 w 123830"/>
                  <a:gd name="connsiteY2" fmla="*/ 48108 h 127248"/>
                  <a:gd name="connsiteX3" fmla="*/ 82313 w 123830"/>
                  <a:gd name="connsiteY3" fmla="*/ 48108 h 127248"/>
                  <a:gd name="connsiteX4" fmla="*/ 123817 w 123830"/>
                  <a:gd name="connsiteY4" fmla="*/ 84369 h 127248"/>
                  <a:gd name="connsiteX5" fmla="*/ 106674 w 123830"/>
                  <a:gd name="connsiteY5" fmla="*/ 119909 h 127248"/>
                  <a:gd name="connsiteX6" fmla="*/ 62024 w 123830"/>
                  <a:gd name="connsiteY6" fmla="*/ 127249 h 127248"/>
                  <a:gd name="connsiteX7" fmla="*/ 0 w 123830"/>
                  <a:gd name="connsiteY7" fmla="*/ 63740 h 127248"/>
                  <a:gd name="connsiteX8" fmla="*/ 62024 w 123830"/>
                  <a:gd name="connsiteY8" fmla="*/ 0 h 127248"/>
                  <a:gd name="connsiteX9" fmla="*/ 123817 w 123830"/>
                  <a:gd name="connsiteY9" fmla="*/ 63740 h 127248"/>
                  <a:gd name="connsiteX10" fmla="*/ 123817 w 123830"/>
                  <a:gd name="connsiteY10" fmla="*/ 70617 h 127248"/>
                  <a:gd name="connsiteX11" fmla="*/ 41517 w 123830"/>
                  <a:gd name="connsiteY11" fmla="*/ 70617 h 127248"/>
                  <a:gd name="connsiteX12" fmla="*/ 62024 w 123830"/>
                  <a:gd name="connsiteY12" fmla="*/ 98803 h 127248"/>
                  <a:gd name="connsiteX13" fmla="*/ 83035 w 123830"/>
                  <a:gd name="connsiteY13" fmla="*/ 84356 h 127248"/>
                  <a:gd name="connsiteX14" fmla="*/ 123831 w 123830"/>
                  <a:gd name="connsiteY14" fmla="*/ 84356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3830" h="127248">
                    <a:moveTo>
                      <a:pt x="82313" y="48108"/>
                    </a:moveTo>
                    <a:cubicBezTo>
                      <a:pt x="82313" y="29616"/>
                      <a:pt x="75301" y="28432"/>
                      <a:pt x="61303" y="28432"/>
                    </a:cubicBezTo>
                    <a:cubicBezTo>
                      <a:pt x="46583" y="28432"/>
                      <a:pt x="41994" y="31754"/>
                      <a:pt x="41517" y="48108"/>
                    </a:cubicBezTo>
                    <a:lnTo>
                      <a:pt x="82313" y="48108"/>
                    </a:lnTo>
                    <a:close/>
                    <a:moveTo>
                      <a:pt x="123817" y="84369"/>
                    </a:moveTo>
                    <a:cubicBezTo>
                      <a:pt x="123817" y="103093"/>
                      <a:pt x="117540" y="113754"/>
                      <a:pt x="106674" y="119909"/>
                    </a:cubicBezTo>
                    <a:cubicBezTo>
                      <a:pt x="95807" y="125833"/>
                      <a:pt x="80366" y="127249"/>
                      <a:pt x="62024" y="127249"/>
                    </a:cubicBezTo>
                    <a:cubicBezTo>
                      <a:pt x="12064" y="127249"/>
                      <a:pt x="0" y="110187"/>
                      <a:pt x="0" y="63740"/>
                    </a:cubicBezTo>
                    <a:cubicBezTo>
                      <a:pt x="0" y="17293"/>
                      <a:pt x="11098" y="0"/>
                      <a:pt x="62024" y="0"/>
                    </a:cubicBezTo>
                    <a:cubicBezTo>
                      <a:pt x="109574" y="0"/>
                      <a:pt x="123817" y="13031"/>
                      <a:pt x="123817" y="63740"/>
                    </a:cubicBezTo>
                    <a:lnTo>
                      <a:pt x="123817" y="70617"/>
                    </a:lnTo>
                    <a:lnTo>
                      <a:pt x="41517" y="70617"/>
                    </a:lnTo>
                    <a:cubicBezTo>
                      <a:pt x="41517" y="92403"/>
                      <a:pt x="44894" y="98803"/>
                      <a:pt x="62024" y="98803"/>
                    </a:cubicBezTo>
                    <a:cubicBezTo>
                      <a:pt x="74824" y="98803"/>
                      <a:pt x="83035" y="97387"/>
                      <a:pt x="83035" y="84356"/>
                    </a:cubicBezTo>
                    <a:lnTo>
                      <a:pt x="123831" y="8435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8" name="Freeform: Shape 27">
                <a:extLst>
                  <a:ext uri="{FF2B5EF4-FFF2-40B4-BE49-F238E27FC236}">
                    <a16:creationId xmlns:a16="http://schemas.microsoft.com/office/drawing/2014/main" id="{27B9A9DE-0765-58A8-DA1D-2BA65E5446CC}"/>
                  </a:ext>
                </a:extLst>
              </p:cNvPr>
              <p:cNvSpPr/>
              <p:nvPr/>
            </p:nvSpPr>
            <p:spPr>
              <a:xfrm>
                <a:off x="5056306" y="2534521"/>
                <a:ext cx="121883" cy="127248"/>
              </a:xfrm>
              <a:custGeom>
                <a:avLst/>
                <a:gdLst>
                  <a:gd name="connsiteX0" fmla="*/ 121883 w 121883"/>
                  <a:gd name="connsiteY0" fmla="*/ 76077 h 127248"/>
                  <a:gd name="connsiteX1" fmla="*/ 107885 w 121883"/>
                  <a:gd name="connsiteY1" fmla="*/ 118956 h 127248"/>
                  <a:gd name="connsiteX2" fmla="*/ 60581 w 121883"/>
                  <a:gd name="connsiteY2" fmla="*/ 127249 h 127248"/>
                  <a:gd name="connsiteX3" fmla="*/ 0 w 121883"/>
                  <a:gd name="connsiteY3" fmla="*/ 63740 h 127248"/>
                  <a:gd name="connsiteX4" fmla="*/ 60581 w 121883"/>
                  <a:gd name="connsiteY4" fmla="*/ 0 h 127248"/>
                  <a:gd name="connsiteX5" fmla="*/ 121883 w 121883"/>
                  <a:gd name="connsiteY5" fmla="*/ 48094 h 127248"/>
                  <a:gd name="connsiteX6" fmla="*/ 80352 w 121883"/>
                  <a:gd name="connsiteY6" fmla="*/ 48094 h 127248"/>
                  <a:gd name="connsiteX7" fmla="*/ 76975 w 121883"/>
                  <a:gd name="connsiteY7" fmla="*/ 34818 h 127248"/>
                  <a:gd name="connsiteX8" fmla="*/ 60567 w 121883"/>
                  <a:gd name="connsiteY8" fmla="*/ 31250 h 127248"/>
                  <a:gd name="connsiteX9" fmla="*/ 41504 w 121883"/>
                  <a:gd name="connsiteY9" fmla="*/ 63726 h 127248"/>
                  <a:gd name="connsiteX10" fmla="*/ 60567 w 121883"/>
                  <a:gd name="connsiteY10" fmla="*/ 95957 h 127248"/>
                  <a:gd name="connsiteX11" fmla="*/ 80352 w 121883"/>
                  <a:gd name="connsiteY11" fmla="*/ 76050 h 127248"/>
                  <a:gd name="connsiteX12" fmla="*/ 121883 w 121883"/>
                  <a:gd name="connsiteY12" fmla="*/ 76050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1883" h="127248">
                    <a:moveTo>
                      <a:pt x="121883" y="76077"/>
                    </a:moveTo>
                    <a:cubicBezTo>
                      <a:pt x="121883" y="99293"/>
                      <a:pt x="117785" y="112093"/>
                      <a:pt x="107885" y="118956"/>
                    </a:cubicBezTo>
                    <a:cubicBezTo>
                      <a:pt x="98231" y="126064"/>
                      <a:pt x="83021" y="127249"/>
                      <a:pt x="60581" y="127249"/>
                    </a:cubicBezTo>
                    <a:cubicBezTo>
                      <a:pt x="11588" y="127249"/>
                      <a:pt x="0" y="112788"/>
                      <a:pt x="0" y="63740"/>
                    </a:cubicBezTo>
                    <a:cubicBezTo>
                      <a:pt x="0" y="21555"/>
                      <a:pt x="8701" y="0"/>
                      <a:pt x="60581" y="0"/>
                    </a:cubicBezTo>
                    <a:cubicBezTo>
                      <a:pt x="97019" y="0"/>
                      <a:pt x="121883" y="3785"/>
                      <a:pt x="121883" y="48094"/>
                    </a:cubicBezTo>
                    <a:lnTo>
                      <a:pt x="80352" y="48094"/>
                    </a:lnTo>
                    <a:cubicBezTo>
                      <a:pt x="80597" y="41463"/>
                      <a:pt x="79889" y="37432"/>
                      <a:pt x="76975" y="34818"/>
                    </a:cubicBezTo>
                    <a:cubicBezTo>
                      <a:pt x="74075" y="32217"/>
                      <a:pt x="69255" y="31250"/>
                      <a:pt x="60567" y="31250"/>
                    </a:cubicBezTo>
                    <a:cubicBezTo>
                      <a:pt x="45848" y="31250"/>
                      <a:pt x="41504" y="35295"/>
                      <a:pt x="41504" y="63726"/>
                    </a:cubicBezTo>
                    <a:cubicBezTo>
                      <a:pt x="41504" y="92158"/>
                      <a:pt x="44881" y="95957"/>
                      <a:pt x="60567" y="95957"/>
                    </a:cubicBezTo>
                    <a:cubicBezTo>
                      <a:pt x="79386" y="95957"/>
                      <a:pt x="80352" y="91450"/>
                      <a:pt x="80352" y="76050"/>
                    </a:cubicBezTo>
                    <a:lnTo>
                      <a:pt x="121883" y="760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9" name="Freeform: Shape 28">
                <a:extLst>
                  <a:ext uri="{FF2B5EF4-FFF2-40B4-BE49-F238E27FC236}">
                    <a16:creationId xmlns:a16="http://schemas.microsoft.com/office/drawing/2014/main" id="{7D91F6CB-483A-1EC2-AE35-3F9BB112F6F9}"/>
                  </a:ext>
                </a:extLst>
              </p:cNvPr>
              <p:cNvSpPr/>
              <p:nvPr/>
            </p:nvSpPr>
            <p:spPr>
              <a:xfrm>
                <a:off x="5197022" y="2482641"/>
                <a:ext cx="121883" cy="177726"/>
              </a:xfrm>
              <a:custGeom>
                <a:avLst/>
                <a:gdLst>
                  <a:gd name="connsiteX0" fmla="*/ 41504 w 121883"/>
                  <a:gd name="connsiteY0" fmla="*/ 76526 h 177726"/>
                  <a:gd name="connsiteX1" fmla="*/ 43192 w 121883"/>
                  <a:gd name="connsiteY1" fmla="*/ 76526 h 177726"/>
                  <a:gd name="connsiteX2" fmla="*/ 81088 w 121883"/>
                  <a:gd name="connsiteY2" fmla="*/ 51893 h 177726"/>
                  <a:gd name="connsiteX3" fmla="*/ 121883 w 121883"/>
                  <a:gd name="connsiteY3" fmla="*/ 91709 h 177726"/>
                  <a:gd name="connsiteX4" fmla="*/ 121883 w 121883"/>
                  <a:gd name="connsiteY4" fmla="*/ 177726 h 177726"/>
                  <a:gd name="connsiteX5" fmla="*/ 80366 w 121883"/>
                  <a:gd name="connsiteY5" fmla="*/ 177726 h 177726"/>
                  <a:gd name="connsiteX6" fmla="*/ 80366 w 121883"/>
                  <a:gd name="connsiteY6" fmla="*/ 101173 h 177726"/>
                  <a:gd name="connsiteX7" fmla="*/ 63236 w 121883"/>
                  <a:gd name="connsiteY7" fmla="*/ 83158 h 177726"/>
                  <a:gd name="connsiteX8" fmla="*/ 41517 w 121883"/>
                  <a:gd name="connsiteY8" fmla="*/ 109234 h 177726"/>
                  <a:gd name="connsiteX9" fmla="*/ 41517 w 121883"/>
                  <a:gd name="connsiteY9" fmla="*/ 177726 h 177726"/>
                  <a:gd name="connsiteX10" fmla="*/ 0 w 121883"/>
                  <a:gd name="connsiteY10" fmla="*/ 177726 h 177726"/>
                  <a:gd name="connsiteX11" fmla="*/ 0 w 121883"/>
                  <a:gd name="connsiteY11" fmla="*/ 0 h 177726"/>
                  <a:gd name="connsiteX12" fmla="*/ 41517 w 121883"/>
                  <a:gd name="connsiteY12" fmla="*/ 0 h 177726"/>
                  <a:gd name="connsiteX13" fmla="*/ 41517 w 121883"/>
                  <a:gd name="connsiteY13" fmla="*/ 76526 h 177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883" h="177726">
                    <a:moveTo>
                      <a:pt x="41504" y="76526"/>
                    </a:moveTo>
                    <a:lnTo>
                      <a:pt x="43192" y="76526"/>
                    </a:lnTo>
                    <a:cubicBezTo>
                      <a:pt x="49225" y="56864"/>
                      <a:pt x="61548" y="51893"/>
                      <a:pt x="81088" y="51893"/>
                    </a:cubicBezTo>
                    <a:cubicBezTo>
                      <a:pt x="109084" y="51893"/>
                      <a:pt x="121883" y="64925"/>
                      <a:pt x="121883" y="91709"/>
                    </a:cubicBezTo>
                    <a:lnTo>
                      <a:pt x="121883" y="177726"/>
                    </a:lnTo>
                    <a:lnTo>
                      <a:pt x="80366" y="177726"/>
                    </a:lnTo>
                    <a:lnTo>
                      <a:pt x="80366" y="101173"/>
                    </a:lnTo>
                    <a:cubicBezTo>
                      <a:pt x="80134" y="89095"/>
                      <a:pt x="76744" y="83158"/>
                      <a:pt x="63236" y="83158"/>
                    </a:cubicBezTo>
                    <a:cubicBezTo>
                      <a:pt x="44663" y="83158"/>
                      <a:pt x="41517" y="94065"/>
                      <a:pt x="41517" y="109234"/>
                    </a:cubicBezTo>
                    <a:lnTo>
                      <a:pt x="41517" y="177726"/>
                    </a:lnTo>
                    <a:lnTo>
                      <a:pt x="0" y="177726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652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95C2031-BABB-4D8F-9632-A9F2115D3E2F}"/>
                </a:ext>
              </a:extLst>
            </p:cNvPr>
            <p:cNvGrpSpPr/>
            <p:nvPr/>
          </p:nvGrpSpPr>
          <p:grpSpPr>
            <a:xfrm>
              <a:off x="3824442" y="2481552"/>
              <a:ext cx="179889" cy="179891"/>
              <a:chOff x="3824442" y="2481552"/>
              <a:chExt cx="179889" cy="179891"/>
            </a:xfrm>
          </p:grpSpPr>
          <p:sp>
            <p:nvSpPr>
              <p:cNvPr id="5" name="Freeform: Shape 7">
                <a:extLst>
                  <a:ext uri="{FF2B5EF4-FFF2-40B4-BE49-F238E27FC236}">
                    <a16:creationId xmlns:a16="http://schemas.microsoft.com/office/drawing/2014/main" id="{E611EC94-9344-E314-21EB-81E5E412FA2D}"/>
                  </a:ext>
                </a:extLst>
              </p:cNvPr>
              <p:cNvSpPr/>
              <p:nvPr/>
            </p:nvSpPr>
            <p:spPr>
              <a:xfrm>
                <a:off x="382444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" name="Freeform: Shape 10">
                <a:extLst>
                  <a:ext uri="{FF2B5EF4-FFF2-40B4-BE49-F238E27FC236}">
                    <a16:creationId xmlns:a16="http://schemas.microsoft.com/office/drawing/2014/main" id="{7D9E67C2-6B60-587E-F2E9-C130AA4867B3}"/>
                  </a:ext>
                </a:extLst>
              </p:cNvPr>
              <p:cNvSpPr/>
              <p:nvPr/>
            </p:nvSpPr>
            <p:spPr>
              <a:xfrm>
                <a:off x="3887569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11">
                <a:extLst>
                  <a:ext uri="{FF2B5EF4-FFF2-40B4-BE49-F238E27FC236}">
                    <a16:creationId xmlns:a16="http://schemas.microsoft.com/office/drawing/2014/main" id="{062E858D-C2DA-ED4D-E311-388497869376}"/>
                  </a:ext>
                </a:extLst>
              </p:cNvPr>
              <p:cNvSpPr/>
              <p:nvPr/>
            </p:nvSpPr>
            <p:spPr>
              <a:xfrm>
                <a:off x="395068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13">
                <a:extLst>
                  <a:ext uri="{FF2B5EF4-FFF2-40B4-BE49-F238E27FC236}">
                    <a16:creationId xmlns:a16="http://schemas.microsoft.com/office/drawing/2014/main" id="{B1554052-95A0-53C6-0D47-E2B2723D9D32}"/>
                  </a:ext>
                </a:extLst>
              </p:cNvPr>
              <p:cNvSpPr/>
              <p:nvPr/>
            </p:nvSpPr>
            <p:spPr>
              <a:xfrm>
                <a:off x="382444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" name="Freeform: Shape 14">
                <a:extLst>
                  <a:ext uri="{FF2B5EF4-FFF2-40B4-BE49-F238E27FC236}">
                    <a16:creationId xmlns:a16="http://schemas.microsoft.com/office/drawing/2014/main" id="{C67A3358-283B-6A37-0C4E-AD80FEF90E3E}"/>
                  </a:ext>
                </a:extLst>
              </p:cNvPr>
              <p:cNvSpPr/>
              <p:nvPr/>
            </p:nvSpPr>
            <p:spPr>
              <a:xfrm>
                <a:off x="3887569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15">
                <a:extLst>
                  <a:ext uri="{FF2B5EF4-FFF2-40B4-BE49-F238E27FC236}">
                    <a16:creationId xmlns:a16="http://schemas.microsoft.com/office/drawing/2014/main" id="{7A85EFA7-AB23-1245-E45F-5507E26A81F8}"/>
                  </a:ext>
                </a:extLst>
              </p:cNvPr>
              <p:cNvSpPr/>
              <p:nvPr/>
            </p:nvSpPr>
            <p:spPr>
              <a:xfrm>
                <a:off x="395068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16">
                <a:extLst>
                  <a:ext uri="{FF2B5EF4-FFF2-40B4-BE49-F238E27FC236}">
                    <a16:creationId xmlns:a16="http://schemas.microsoft.com/office/drawing/2014/main" id="{E68CAC68-F8CE-1C35-1FAD-ED04B459D00A}"/>
                  </a:ext>
                </a:extLst>
              </p:cNvPr>
              <p:cNvSpPr/>
              <p:nvPr/>
            </p:nvSpPr>
            <p:spPr>
              <a:xfrm>
                <a:off x="382444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17">
                <a:extLst>
                  <a:ext uri="{FF2B5EF4-FFF2-40B4-BE49-F238E27FC236}">
                    <a16:creationId xmlns:a16="http://schemas.microsoft.com/office/drawing/2014/main" id="{333414AC-293D-78D8-7F00-44B319C996D1}"/>
                  </a:ext>
                </a:extLst>
              </p:cNvPr>
              <p:cNvSpPr/>
              <p:nvPr/>
            </p:nvSpPr>
            <p:spPr>
              <a:xfrm>
                <a:off x="3887569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" name="Freeform: Shape 18">
                <a:extLst>
                  <a:ext uri="{FF2B5EF4-FFF2-40B4-BE49-F238E27FC236}">
                    <a16:creationId xmlns:a16="http://schemas.microsoft.com/office/drawing/2014/main" id="{93CEB221-BA80-73EE-34F3-6D84458297DA}"/>
                  </a:ext>
                </a:extLst>
              </p:cNvPr>
              <p:cNvSpPr/>
              <p:nvPr/>
            </p:nvSpPr>
            <p:spPr>
              <a:xfrm>
                <a:off x="395068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82283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ite_Content_0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5C5B5E0-15CF-DCE0-D5D9-7A3626A64D9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33393" y="4804408"/>
            <a:ext cx="1042737" cy="126000"/>
            <a:chOff x="3824442" y="2481198"/>
            <a:chExt cx="1494463" cy="18058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04DFEB7-65B8-2E57-5478-D9C9D718DE17}"/>
                </a:ext>
              </a:extLst>
            </p:cNvPr>
            <p:cNvGrpSpPr/>
            <p:nvPr/>
          </p:nvGrpSpPr>
          <p:grpSpPr>
            <a:xfrm>
              <a:off x="4083922" y="2481198"/>
              <a:ext cx="1234983" cy="180585"/>
              <a:chOff x="4083922" y="2481198"/>
              <a:chExt cx="1234983" cy="180585"/>
            </a:xfrm>
          </p:grpSpPr>
          <p:sp>
            <p:nvSpPr>
              <p:cNvPr id="27" name="Freeform: Shape 19">
                <a:extLst>
                  <a:ext uri="{FF2B5EF4-FFF2-40B4-BE49-F238E27FC236}">
                    <a16:creationId xmlns:a16="http://schemas.microsoft.com/office/drawing/2014/main" id="{99E78D2D-B496-E3B0-CE9E-924895AB3D25}"/>
                  </a:ext>
                </a:extLst>
              </p:cNvPr>
              <p:cNvSpPr/>
              <p:nvPr/>
            </p:nvSpPr>
            <p:spPr>
              <a:xfrm>
                <a:off x="4083922" y="2481198"/>
                <a:ext cx="159274" cy="180558"/>
              </a:xfrm>
              <a:custGeom>
                <a:avLst/>
                <a:gdLst>
                  <a:gd name="connsiteX0" fmla="*/ 159275 w 159274"/>
                  <a:gd name="connsiteY0" fmla="*/ 111848 h 180558"/>
                  <a:gd name="connsiteX1" fmla="*/ 159275 w 159274"/>
                  <a:gd name="connsiteY1" fmla="*/ 117063 h 180558"/>
                  <a:gd name="connsiteX2" fmla="*/ 142622 w 159274"/>
                  <a:gd name="connsiteY2" fmla="*/ 167541 h 180558"/>
                  <a:gd name="connsiteX3" fmla="*/ 85186 w 159274"/>
                  <a:gd name="connsiteY3" fmla="*/ 180558 h 180558"/>
                  <a:gd name="connsiteX4" fmla="*/ 0 w 159274"/>
                  <a:gd name="connsiteY4" fmla="*/ 113264 h 180558"/>
                  <a:gd name="connsiteX5" fmla="*/ 0 w 159274"/>
                  <a:gd name="connsiteY5" fmla="*/ 67294 h 180558"/>
                  <a:gd name="connsiteX6" fmla="*/ 85186 w 159274"/>
                  <a:gd name="connsiteY6" fmla="*/ 0 h 180558"/>
                  <a:gd name="connsiteX7" fmla="*/ 159043 w 159274"/>
                  <a:gd name="connsiteY7" fmla="*/ 58307 h 180558"/>
                  <a:gd name="connsiteX8" fmla="*/ 159043 w 159274"/>
                  <a:gd name="connsiteY8" fmla="*/ 65183 h 180558"/>
                  <a:gd name="connsiteX9" fmla="*/ 109315 w 159274"/>
                  <a:gd name="connsiteY9" fmla="*/ 65183 h 180558"/>
                  <a:gd name="connsiteX10" fmla="*/ 109315 w 159274"/>
                  <a:gd name="connsiteY10" fmla="*/ 58307 h 180558"/>
                  <a:gd name="connsiteX11" fmla="*/ 79876 w 159274"/>
                  <a:gd name="connsiteY11" fmla="*/ 41232 h 180558"/>
                  <a:gd name="connsiteX12" fmla="*/ 49701 w 159274"/>
                  <a:gd name="connsiteY12" fmla="*/ 74892 h 180558"/>
                  <a:gd name="connsiteX13" fmla="*/ 49701 w 159274"/>
                  <a:gd name="connsiteY13" fmla="*/ 102616 h 180558"/>
                  <a:gd name="connsiteX14" fmla="*/ 79876 w 159274"/>
                  <a:gd name="connsiteY14" fmla="*/ 139354 h 180558"/>
                  <a:gd name="connsiteX15" fmla="*/ 109560 w 159274"/>
                  <a:gd name="connsiteY15" fmla="*/ 117091 h 180558"/>
                  <a:gd name="connsiteX16" fmla="*/ 109560 w 159274"/>
                  <a:gd name="connsiteY16" fmla="*/ 111875 h 180558"/>
                  <a:gd name="connsiteX17" fmla="*/ 159275 w 159274"/>
                  <a:gd name="connsiteY17" fmla="*/ 111875 h 180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9274" h="180558">
                    <a:moveTo>
                      <a:pt x="159275" y="111848"/>
                    </a:moveTo>
                    <a:lnTo>
                      <a:pt x="159275" y="117063"/>
                    </a:lnTo>
                    <a:cubicBezTo>
                      <a:pt x="159275" y="136481"/>
                      <a:pt x="159030" y="154019"/>
                      <a:pt x="142622" y="167541"/>
                    </a:cubicBezTo>
                    <a:cubicBezTo>
                      <a:pt x="126200" y="180803"/>
                      <a:pt x="106183" y="180558"/>
                      <a:pt x="85186" y="180558"/>
                    </a:cubicBezTo>
                    <a:cubicBezTo>
                      <a:pt x="35948" y="180558"/>
                      <a:pt x="0" y="178189"/>
                      <a:pt x="0" y="113264"/>
                    </a:cubicBezTo>
                    <a:lnTo>
                      <a:pt x="0" y="67294"/>
                    </a:lnTo>
                    <a:cubicBezTo>
                      <a:pt x="-14" y="8538"/>
                      <a:pt x="32081" y="0"/>
                      <a:pt x="85186" y="0"/>
                    </a:cubicBezTo>
                    <a:cubicBezTo>
                      <a:pt x="134901" y="0"/>
                      <a:pt x="158077" y="4970"/>
                      <a:pt x="159043" y="58307"/>
                    </a:cubicBezTo>
                    <a:lnTo>
                      <a:pt x="159043" y="65183"/>
                    </a:lnTo>
                    <a:lnTo>
                      <a:pt x="109315" y="65183"/>
                    </a:lnTo>
                    <a:lnTo>
                      <a:pt x="109315" y="58307"/>
                    </a:lnTo>
                    <a:cubicBezTo>
                      <a:pt x="107640" y="42430"/>
                      <a:pt x="96284" y="41232"/>
                      <a:pt x="79876" y="41232"/>
                    </a:cubicBezTo>
                    <a:cubicBezTo>
                      <a:pt x="52356" y="41232"/>
                      <a:pt x="49701" y="49538"/>
                      <a:pt x="49701" y="74892"/>
                    </a:cubicBezTo>
                    <a:lnTo>
                      <a:pt x="49701" y="102616"/>
                    </a:lnTo>
                    <a:cubicBezTo>
                      <a:pt x="49701" y="129169"/>
                      <a:pt x="50913" y="139354"/>
                      <a:pt x="79876" y="139354"/>
                    </a:cubicBezTo>
                    <a:cubicBezTo>
                      <a:pt x="99906" y="139354"/>
                      <a:pt x="109560" y="137938"/>
                      <a:pt x="109560" y="117091"/>
                    </a:cubicBezTo>
                    <a:lnTo>
                      <a:pt x="109560" y="111875"/>
                    </a:lnTo>
                    <a:lnTo>
                      <a:pt x="159275" y="111875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0">
                <a:extLst>
                  <a:ext uri="{FF2B5EF4-FFF2-40B4-BE49-F238E27FC236}">
                    <a16:creationId xmlns:a16="http://schemas.microsoft.com/office/drawing/2014/main" id="{96F11F6D-6801-8F6A-9D6E-49250508EADC}"/>
                  </a:ext>
                </a:extLst>
              </p:cNvPr>
              <p:cNvSpPr/>
              <p:nvPr/>
            </p:nvSpPr>
            <p:spPr>
              <a:xfrm>
                <a:off x="4261525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" name="Freeform: Shape 21">
                <a:extLst>
                  <a:ext uri="{FF2B5EF4-FFF2-40B4-BE49-F238E27FC236}">
                    <a16:creationId xmlns:a16="http://schemas.microsoft.com/office/drawing/2014/main" id="{C640FE0C-B5CC-2054-DBD4-9C3A96ABFEBF}"/>
                  </a:ext>
                </a:extLst>
              </p:cNvPr>
              <p:cNvSpPr/>
              <p:nvPr/>
            </p:nvSpPr>
            <p:spPr>
              <a:xfrm>
                <a:off x="4316564" y="2509643"/>
                <a:ext cx="110540" cy="152126"/>
              </a:xfrm>
              <a:custGeom>
                <a:avLst/>
                <a:gdLst>
                  <a:gd name="connsiteX0" fmla="*/ 104985 w 110540"/>
                  <a:gd name="connsiteY0" fmla="*/ 56142 h 152126"/>
                  <a:gd name="connsiteX1" fmla="*/ 56959 w 110540"/>
                  <a:gd name="connsiteY1" fmla="*/ 56142 h 152126"/>
                  <a:gd name="connsiteX2" fmla="*/ 56959 w 110540"/>
                  <a:gd name="connsiteY2" fmla="*/ 111835 h 152126"/>
                  <a:gd name="connsiteX3" fmla="*/ 66382 w 110540"/>
                  <a:gd name="connsiteY3" fmla="*/ 122265 h 152126"/>
                  <a:gd name="connsiteX4" fmla="*/ 77234 w 110540"/>
                  <a:gd name="connsiteY4" fmla="*/ 106156 h 152126"/>
                  <a:gd name="connsiteX5" fmla="*/ 77479 w 110540"/>
                  <a:gd name="connsiteY5" fmla="*/ 99511 h 152126"/>
                  <a:gd name="connsiteX6" fmla="*/ 110541 w 110540"/>
                  <a:gd name="connsiteY6" fmla="*/ 99511 h 152126"/>
                  <a:gd name="connsiteX7" fmla="*/ 110541 w 110540"/>
                  <a:gd name="connsiteY7" fmla="*/ 110650 h 152126"/>
                  <a:gd name="connsiteX8" fmla="*/ 63958 w 110540"/>
                  <a:gd name="connsiteY8" fmla="*/ 152127 h 152126"/>
                  <a:gd name="connsiteX9" fmla="*/ 15455 w 110540"/>
                  <a:gd name="connsiteY9" fmla="*/ 117526 h 152126"/>
                  <a:gd name="connsiteX10" fmla="*/ 15455 w 110540"/>
                  <a:gd name="connsiteY10" fmla="*/ 56142 h 152126"/>
                  <a:gd name="connsiteX11" fmla="*/ 0 w 110540"/>
                  <a:gd name="connsiteY11" fmla="*/ 56142 h 152126"/>
                  <a:gd name="connsiteX12" fmla="*/ 0 w 110540"/>
                  <a:gd name="connsiteY12" fmla="*/ 26294 h 152126"/>
                  <a:gd name="connsiteX13" fmla="*/ 15455 w 110540"/>
                  <a:gd name="connsiteY13" fmla="*/ 26294 h 152126"/>
                  <a:gd name="connsiteX14" fmla="*/ 15455 w 110540"/>
                  <a:gd name="connsiteY14" fmla="*/ 0 h 152126"/>
                  <a:gd name="connsiteX15" fmla="*/ 56959 w 110540"/>
                  <a:gd name="connsiteY15" fmla="*/ 0 h 152126"/>
                  <a:gd name="connsiteX16" fmla="*/ 56959 w 110540"/>
                  <a:gd name="connsiteY16" fmla="*/ 26294 h 152126"/>
                  <a:gd name="connsiteX17" fmla="*/ 104985 w 110540"/>
                  <a:gd name="connsiteY17" fmla="*/ 26294 h 152126"/>
                  <a:gd name="connsiteX18" fmla="*/ 104985 w 110540"/>
                  <a:gd name="connsiteY18" fmla="*/ 56142 h 15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0540" h="152126">
                    <a:moveTo>
                      <a:pt x="104985" y="56142"/>
                    </a:moveTo>
                    <a:lnTo>
                      <a:pt x="56959" y="56142"/>
                    </a:lnTo>
                    <a:lnTo>
                      <a:pt x="56959" y="111835"/>
                    </a:lnTo>
                    <a:cubicBezTo>
                      <a:pt x="57204" y="119188"/>
                      <a:pt x="58674" y="122265"/>
                      <a:pt x="66382" y="122265"/>
                    </a:cubicBezTo>
                    <a:cubicBezTo>
                      <a:pt x="77234" y="122265"/>
                      <a:pt x="76758" y="114680"/>
                      <a:pt x="77234" y="106156"/>
                    </a:cubicBezTo>
                    <a:lnTo>
                      <a:pt x="77479" y="99511"/>
                    </a:lnTo>
                    <a:lnTo>
                      <a:pt x="110541" y="99511"/>
                    </a:lnTo>
                    <a:lnTo>
                      <a:pt x="110541" y="110650"/>
                    </a:lnTo>
                    <a:cubicBezTo>
                      <a:pt x="110541" y="144542"/>
                      <a:pt x="97741" y="152127"/>
                      <a:pt x="63958" y="152127"/>
                    </a:cubicBezTo>
                    <a:cubicBezTo>
                      <a:pt x="37419" y="152127"/>
                      <a:pt x="15455" y="148804"/>
                      <a:pt x="15455" y="117526"/>
                    </a:cubicBezTo>
                    <a:lnTo>
                      <a:pt x="15455" y="56142"/>
                    </a:lnTo>
                    <a:lnTo>
                      <a:pt x="0" y="56142"/>
                    </a:lnTo>
                    <a:lnTo>
                      <a:pt x="0" y="26294"/>
                    </a:lnTo>
                    <a:lnTo>
                      <a:pt x="15455" y="26294"/>
                    </a:lnTo>
                    <a:lnTo>
                      <a:pt x="15455" y="0"/>
                    </a:lnTo>
                    <a:lnTo>
                      <a:pt x="56959" y="0"/>
                    </a:lnTo>
                    <a:lnTo>
                      <a:pt x="56959" y="26294"/>
                    </a:lnTo>
                    <a:lnTo>
                      <a:pt x="104985" y="26294"/>
                    </a:lnTo>
                    <a:lnTo>
                      <a:pt x="104985" y="5614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" name="Freeform: Shape 22">
                <a:extLst>
                  <a:ext uri="{FF2B5EF4-FFF2-40B4-BE49-F238E27FC236}">
                    <a16:creationId xmlns:a16="http://schemas.microsoft.com/office/drawing/2014/main" id="{C82E9499-5D32-DE1D-421B-2B06AB784D2A}"/>
                  </a:ext>
                </a:extLst>
              </p:cNvPr>
              <p:cNvSpPr/>
              <p:nvPr/>
            </p:nvSpPr>
            <p:spPr>
              <a:xfrm>
                <a:off x="4440599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1" name="Freeform: Shape 23">
                <a:extLst>
                  <a:ext uri="{FF2B5EF4-FFF2-40B4-BE49-F238E27FC236}">
                    <a16:creationId xmlns:a16="http://schemas.microsoft.com/office/drawing/2014/main" id="{9C144074-C84F-3421-53C2-F4BDFBD9C55F}"/>
                  </a:ext>
                </a:extLst>
              </p:cNvPr>
              <p:cNvSpPr/>
              <p:nvPr/>
            </p:nvSpPr>
            <p:spPr>
              <a:xfrm>
                <a:off x="4504570" y="2535923"/>
                <a:ext cx="121651" cy="125846"/>
              </a:xfrm>
              <a:custGeom>
                <a:avLst/>
                <a:gdLst>
                  <a:gd name="connsiteX0" fmla="*/ 81333 w 121651"/>
                  <a:gd name="connsiteY0" fmla="*/ 124430 h 125846"/>
                  <a:gd name="connsiteX1" fmla="*/ 82790 w 121651"/>
                  <a:gd name="connsiteY1" fmla="*/ 100492 h 125846"/>
                  <a:gd name="connsiteX2" fmla="*/ 80856 w 121651"/>
                  <a:gd name="connsiteY2" fmla="*/ 100492 h 125846"/>
                  <a:gd name="connsiteX3" fmla="*/ 42961 w 121651"/>
                  <a:gd name="connsiteY3" fmla="*/ 125846 h 125846"/>
                  <a:gd name="connsiteX4" fmla="*/ 0 w 121651"/>
                  <a:gd name="connsiteY4" fmla="*/ 85091 h 125846"/>
                  <a:gd name="connsiteX5" fmla="*/ 0 w 121651"/>
                  <a:gd name="connsiteY5" fmla="*/ 0 h 125846"/>
                  <a:gd name="connsiteX6" fmla="*/ 41517 w 121651"/>
                  <a:gd name="connsiteY6" fmla="*/ 0 h 125846"/>
                  <a:gd name="connsiteX7" fmla="*/ 41517 w 121651"/>
                  <a:gd name="connsiteY7" fmla="*/ 74184 h 125846"/>
                  <a:gd name="connsiteX8" fmla="*/ 56727 w 121651"/>
                  <a:gd name="connsiteY8" fmla="*/ 94555 h 125846"/>
                  <a:gd name="connsiteX9" fmla="*/ 80134 w 121651"/>
                  <a:gd name="connsiteY9" fmla="*/ 76540 h 125846"/>
                  <a:gd name="connsiteX10" fmla="*/ 80134 w 121651"/>
                  <a:gd name="connsiteY10" fmla="*/ 0 h 125846"/>
                  <a:gd name="connsiteX11" fmla="*/ 121652 w 121651"/>
                  <a:gd name="connsiteY11" fmla="*/ 0 h 125846"/>
                  <a:gd name="connsiteX12" fmla="*/ 121652 w 121651"/>
                  <a:gd name="connsiteY12" fmla="*/ 124416 h 125846"/>
                  <a:gd name="connsiteX13" fmla="*/ 81346 w 121651"/>
                  <a:gd name="connsiteY13" fmla="*/ 124416 h 125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651" h="125846">
                    <a:moveTo>
                      <a:pt x="81333" y="124430"/>
                    </a:moveTo>
                    <a:lnTo>
                      <a:pt x="82790" y="100492"/>
                    </a:lnTo>
                    <a:lnTo>
                      <a:pt x="80856" y="100492"/>
                    </a:lnTo>
                    <a:cubicBezTo>
                      <a:pt x="75055" y="119691"/>
                      <a:pt x="60581" y="125846"/>
                      <a:pt x="42961" y="125846"/>
                    </a:cubicBezTo>
                    <a:cubicBezTo>
                      <a:pt x="17865" y="125846"/>
                      <a:pt x="0" y="115416"/>
                      <a:pt x="0" y="85091"/>
                    </a:cubicBez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4184"/>
                    </a:lnTo>
                    <a:cubicBezTo>
                      <a:pt x="41517" y="85554"/>
                      <a:pt x="42729" y="94555"/>
                      <a:pt x="56727" y="94555"/>
                    </a:cubicBezTo>
                    <a:cubicBezTo>
                      <a:pt x="67825" y="94555"/>
                      <a:pt x="80134" y="88863"/>
                      <a:pt x="80134" y="76540"/>
                    </a:cubicBezTo>
                    <a:lnTo>
                      <a:pt x="80134" y="0"/>
                    </a:lnTo>
                    <a:lnTo>
                      <a:pt x="121652" y="0"/>
                    </a:lnTo>
                    <a:lnTo>
                      <a:pt x="121652" y="124416"/>
                    </a:lnTo>
                    <a:lnTo>
                      <a:pt x="81346" y="12441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2" name="Freeform: Shape 24">
                <a:extLst>
                  <a:ext uri="{FF2B5EF4-FFF2-40B4-BE49-F238E27FC236}">
                    <a16:creationId xmlns:a16="http://schemas.microsoft.com/office/drawing/2014/main" id="{785878C5-6D2F-DD2C-EF92-FE432B2402D6}"/>
                  </a:ext>
                </a:extLst>
              </p:cNvPr>
              <p:cNvSpPr/>
              <p:nvPr/>
            </p:nvSpPr>
            <p:spPr>
              <a:xfrm>
                <a:off x="4648403" y="2534548"/>
                <a:ext cx="124048" cy="127235"/>
              </a:xfrm>
              <a:custGeom>
                <a:avLst/>
                <a:gdLst>
                  <a:gd name="connsiteX0" fmla="*/ 78909 w 124048"/>
                  <a:gd name="connsiteY0" fmla="*/ 36711 h 127235"/>
                  <a:gd name="connsiteX1" fmla="*/ 62024 w 124048"/>
                  <a:gd name="connsiteY1" fmla="*/ 26280 h 127235"/>
                  <a:gd name="connsiteX2" fmla="*/ 40292 w 124048"/>
                  <a:gd name="connsiteY2" fmla="*/ 36234 h 127235"/>
                  <a:gd name="connsiteX3" fmla="*/ 62024 w 124048"/>
                  <a:gd name="connsiteY3" fmla="*/ 47128 h 127235"/>
                  <a:gd name="connsiteX4" fmla="*/ 124048 w 124048"/>
                  <a:gd name="connsiteY4" fmla="*/ 85282 h 127235"/>
                  <a:gd name="connsiteX5" fmla="*/ 62024 w 124048"/>
                  <a:gd name="connsiteY5" fmla="*/ 127235 h 127235"/>
                  <a:gd name="connsiteX6" fmla="*/ 0 w 124048"/>
                  <a:gd name="connsiteY6" fmla="*/ 86943 h 127235"/>
                  <a:gd name="connsiteX7" fmla="*/ 41504 w 124048"/>
                  <a:gd name="connsiteY7" fmla="*/ 86943 h 127235"/>
                  <a:gd name="connsiteX8" fmla="*/ 62024 w 124048"/>
                  <a:gd name="connsiteY8" fmla="*/ 100927 h 127235"/>
                  <a:gd name="connsiteX9" fmla="*/ 83743 w 124048"/>
                  <a:gd name="connsiteY9" fmla="*/ 90034 h 127235"/>
                  <a:gd name="connsiteX10" fmla="*/ 62024 w 124048"/>
                  <a:gd name="connsiteY10" fmla="*/ 77725 h 127235"/>
                  <a:gd name="connsiteX11" fmla="*/ 0 w 124048"/>
                  <a:gd name="connsiteY11" fmla="*/ 40755 h 127235"/>
                  <a:gd name="connsiteX12" fmla="*/ 62024 w 124048"/>
                  <a:gd name="connsiteY12" fmla="*/ 0 h 127235"/>
                  <a:gd name="connsiteX13" fmla="*/ 118016 w 124048"/>
                  <a:gd name="connsiteY13" fmla="*/ 30801 h 127235"/>
                  <a:gd name="connsiteX14" fmla="*/ 118016 w 124048"/>
                  <a:gd name="connsiteY14" fmla="*/ 36724 h 127235"/>
                  <a:gd name="connsiteX15" fmla="*/ 78909 w 124048"/>
                  <a:gd name="connsiteY15" fmla="*/ 36724 h 127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4048" h="127235">
                    <a:moveTo>
                      <a:pt x="78909" y="36711"/>
                    </a:moveTo>
                    <a:cubicBezTo>
                      <a:pt x="77479" y="26280"/>
                      <a:pt x="68533" y="26280"/>
                      <a:pt x="62024" y="26280"/>
                    </a:cubicBezTo>
                    <a:cubicBezTo>
                      <a:pt x="40292" y="26280"/>
                      <a:pt x="40292" y="28895"/>
                      <a:pt x="40292" y="36234"/>
                    </a:cubicBezTo>
                    <a:cubicBezTo>
                      <a:pt x="40292" y="42389"/>
                      <a:pt x="40782" y="46665"/>
                      <a:pt x="62024" y="47128"/>
                    </a:cubicBezTo>
                    <a:cubicBezTo>
                      <a:pt x="104985" y="48081"/>
                      <a:pt x="124048" y="50450"/>
                      <a:pt x="124048" y="85282"/>
                    </a:cubicBezTo>
                    <a:cubicBezTo>
                      <a:pt x="124048" y="120114"/>
                      <a:pt x="95317" y="127235"/>
                      <a:pt x="62024" y="127235"/>
                    </a:cubicBezTo>
                    <a:cubicBezTo>
                      <a:pt x="28731" y="127235"/>
                      <a:pt x="0" y="127943"/>
                      <a:pt x="0" y="86943"/>
                    </a:cubicBezTo>
                    <a:lnTo>
                      <a:pt x="41504" y="86943"/>
                    </a:lnTo>
                    <a:cubicBezTo>
                      <a:pt x="41504" y="100927"/>
                      <a:pt x="51880" y="100927"/>
                      <a:pt x="62024" y="100927"/>
                    </a:cubicBezTo>
                    <a:cubicBezTo>
                      <a:pt x="80843" y="100927"/>
                      <a:pt x="83743" y="99756"/>
                      <a:pt x="83743" y="90034"/>
                    </a:cubicBezTo>
                    <a:cubicBezTo>
                      <a:pt x="83743" y="77725"/>
                      <a:pt x="76499" y="77725"/>
                      <a:pt x="62024" y="77725"/>
                    </a:cubicBezTo>
                    <a:cubicBezTo>
                      <a:pt x="9409" y="77725"/>
                      <a:pt x="0" y="66109"/>
                      <a:pt x="0" y="40755"/>
                    </a:cubicBezTo>
                    <a:cubicBezTo>
                      <a:pt x="0" y="708"/>
                      <a:pt x="26784" y="0"/>
                      <a:pt x="62024" y="0"/>
                    </a:cubicBezTo>
                    <a:cubicBezTo>
                      <a:pt x="85186" y="0"/>
                      <a:pt x="118016" y="231"/>
                      <a:pt x="118016" y="30801"/>
                    </a:cubicBezTo>
                    <a:lnTo>
                      <a:pt x="118016" y="36724"/>
                    </a:lnTo>
                    <a:lnTo>
                      <a:pt x="78909" y="36724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3" name="Freeform: Shape 25">
                <a:extLst>
                  <a:ext uri="{FF2B5EF4-FFF2-40B4-BE49-F238E27FC236}">
                    <a16:creationId xmlns:a16="http://schemas.microsoft.com/office/drawing/2014/main" id="{61560D26-3206-51FB-C910-535787133F48}"/>
                  </a:ext>
                </a:extLst>
              </p:cNvPr>
              <p:cNvSpPr/>
              <p:nvPr/>
            </p:nvSpPr>
            <p:spPr>
              <a:xfrm>
                <a:off x="4780418" y="2482641"/>
                <a:ext cx="143356" cy="177712"/>
              </a:xfrm>
              <a:custGeom>
                <a:avLst/>
                <a:gdLst>
                  <a:gd name="connsiteX0" fmla="*/ 94609 w 143356"/>
                  <a:gd name="connsiteY0" fmla="*/ 177712 h 177712"/>
                  <a:gd name="connsiteX1" fmla="*/ 46338 w 143356"/>
                  <a:gd name="connsiteY1" fmla="*/ 177712 h 177712"/>
                  <a:gd name="connsiteX2" fmla="*/ 46338 w 143356"/>
                  <a:gd name="connsiteY2" fmla="*/ 41218 h 177712"/>
                  <a:gd name="connsiteX3" fmla="*/ 0 w 143356"/>
                  <a:gd name="connsiteY3" fmla="*/ 41218 h 177712"/>
                  <a:gd name="connsiteX4" fmla="*/ 0 w 143356"/>
                  <a:gd name="connsiteY4" fmla="*/ 0 h 177712"/>
                  <a:gd name="connsiteX5" fmla="*/ 143357 w 143356"/>
                  <a:gd name="connsiteY5" fmla="*/ 0 h 177712"/>
                  <a:gd name="connsiteX6" fmla="*/ 143357 w 143356"/>
                  <a:gd name="connsiteY6" fmla="*/ 41218 h 177712"/>
                  <a:gd name="connsiteX7" fmla="*/ 94609 w 143356"/>
                  <a:gd name="connsiteY7" fmla="*/ 41218 h 177712"/>
                  <a:gd name="connsiteX8" fmla="*/ 94609 w 143356"/>
                  <a:gd name="connsiteY8" fmla="*/ 177712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3356" h="177712">
                    <a:moveTo>
                      <a:pt x="94609" y="177712"/>
                    </a:moveTo>
                    <a:lnTo>
                      <a:pt x="46338" y="177712"/>
                    </a:lnTo>
                    <a:lnTo>
                      <a:pt x="46338" y="41218"/>
                    </a:lnTo>
                    <a:lnTo>
                      <a:pt x="0" y="41218"/>
                    </a:lnTo>
                    <a:lnTo>
                      <a:pt x="0" y="0"/>
                    </a:lnTo>
                    <a:lnTo>
                      <a:pt x="143357" y="0"/>
                    </a:lnTo>
                    <a:lnTo>
                      <a:pt x="143357" y="41218"/>
                    </a:lnTo>
                    <a:lnTo>
                      <a:pt x="94609" y="41218"/>
                    </a:lnTo>
                    <a:lnTo>
                      <a:pt x="94609" y="17771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4" name="Freeform: Shape 26">
                <a:extLst>
                  <a:ext uri="{FF2B5EF4-FFF2-40B4-BE49-F238E27FC236}">
                    <a16:creationId xmlns:a16="http://schemas.microsoft.com/office/drawing/2014/main" id="{1DC57E6E-4064-F643-9A9D-5DDB71635D42}"/>
                  </a:ext>
                </a:extLst>
              </p:cNvPr>
              <p:cNvSpPr/>
              <p:nvPr/>
            </p:nvSpPr>
            <p:spPr>
              <a:xfrm>
                <a:off x="4917525" y="2534521"/>
                <a:ext cx="123830" cy="127248"/>
              </a:xfrm>
              <a:custGeom>
                <a:avLst/>
                <a:gdLst>
                  <a:gd name="connsiteX0" fmla="*/ 82313 w 123830"/>
                  <a:gd name="connsiteY0" fmla="*/ 48108 h 127248"/>
                  <a:gd name="connsiteX1" fmla="*/ 61303 w 123830"/>
                  <a:gd name="connsiteY1" fmla="*/ 28432 h 127248"/>
                  <a:gd name="connsiteX2" fmla="*/ 41517 w 123830"/>
                  <a:gd name="connsiteY2" fmla="*/ 48108 h 127248"/>
                  <a:gd name="connsiteX3" fmla="*/ 82313 w 123830"/>
                  <a:gd name="connsiteY3" fmla="*/ 48108 h 127248"/>
                  <a:gd name="connsiteX4" fmla="*/ 123817 w 123830"/>
                  <a:gd name="connsiteY4" fmla="*/ 84369 h 127248"/>
                  <a:gd name="connsiteX5" fmla="*/ 106674 w 123830"/>
                  <a:gd name="connsiteY5" fmla="*/ 119909 h 127248"/>
                  <a:gd name="connsiteX6" fmla="*/ 62024 w 123830"/>
                  <a:gd name="connsiteY6" fmla="*/ 127249 h 127248"/>
                  <a:gd name="connsiteX7" fmla="*/ 0 w 123830"/>
                  <a:gd name="connsiteY7" fmla="*/ 63740 h 127248"/>
                  <a:gd name="connsiteX8" fmla="*/ 62024 w 123830"/>
                  <a:gd name="connsiteY8" fmla="*/ 0 h 127248"/>
                  <a:gd name="connsiteX9" fmla="*/ 123817 w 123830"/>
                  <a:gd name="connsiteY9" fmla="*/ 63740 h 127248"/>
                  <a:gd name="connsiteX10" fmla="*/ 123817 w 123830"/>
                  <a:gd name="connsiteY10" fmla="*/ 70617 h 127248"/>
                  <a:gd name="connsiteX11" fmla="*/ 41517 w 123830"/>
                  <a:gd name="connsiteY11" fmla="*/ 70617 h 127248"/>
                  <a:gd name="connsiteX12" fmla="*/ 62024 w 123830"/>
                  <a:gd name="connsiteY12" fmla="*/ 98803 h 127248"/>
                  <a:gd name="connsiteX13" fmla="*/ 83035 w 123830"/>
                  <a:gd name="connsiteY13" fmla="*/ 84356 h 127248"/>
                  <a:gd name="connsiteX14" fmla="*/ 123831 w 123830"/>
                  <a:gd name="connsiteY14" fmla="*/ 84356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3830" h="127248">
                    <a:moveTo>
                      <a:pt x="82313" y="48108"/>
                    </a:moveTo>
                    <a:cubicBezTo>
                      <a:pt x="82313" y="29616"/>
                      <a:pt x="75301" y="28432"/>
                      <a:pt x="61303" y="28432"/>
                    </a:cubicBezTo>
                    <a:cubicBezTo>
                      <a:pt x="46583" y="28432"/>
                      <a:pt x="41994" y="31754"/>
                      <a:pt x="41517" y="48108"/>
                    </a:cubicBezTo>
                    <a:lnTo>
                      <a:pt x="82313" y="48108"/>
                    </a:lnTo>
                    <a:close/>
                    <a:moveTo>
                      <a:pt x="123817" y="84369"/>
                    </a:moveTo>
                    <a:cubicBezTo>
                      <a:pt x="123817" y="103093"/>
                      <a:pt x="117540" y="113754"/>
                      <a:pt x="106674" y="119909"/>
                    </a:cubicBezTo>
                    <a:cubicBezTo>
                      <a:pt x="95807" y="125833"/>
                      <a:pt x="80366" y="127249"/>
                      <a:pt x="62024" y="127249"/>
                    </a:cubicBezTo>
                    <a:cubicBezTo>
                      <a:pt x="12064" y="127249"/>
                      <a:pt x="0" y="110187"/>
                      <a:pt x="0" y="63740"/>
                    </a:cubicBezTo>
                    <a:cubicBezTo>
                      <a:pt x="0" y="17293"/>
                      <a:pt x="11098" y="0"/>
                      <a:pt x="62024" y="0"/>
                    </a:cubicBezTo>
                    <a:cubicBezTo>
                      <a:pt x="109574" y="0"/>
                      <a:pt x="123817" y="13031"/>
                      <a:pt x="123817" y="63740"/>
                    </a:cubicBezTo>
                    <a:lnTo>
                      <a:pt x="123817" y="70617"/>
                    </a:lnTo>
                    <a:lnTo>
                      <a:pt x="41517" y="70617"/>
                    </a:lnTo>
                    <a:cubicBezTo>
                      <a:pt x="41517" y="92403"/>
                      <a:pt x="44894" y="98803"/>
                      <a:pt x="62024" y="98803"/>
                    </a:cubicBezTo>
                    <a:cubicBezTo>
                      <a:pt x="74824" y="98803"/>
                      <a:pt x="83035" y="97387"/>
                      <a:pt x="83035" y="84356"/>
                    </a:cubicBezTo>
                    <a:lnTo>
                      <a:pt x="123831" y="8435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5" name="Freeform: Shape 27">
                <a:extLst>
                  <a:ext uri="{FF2B5EF4-FFF2-40B4-BE49-F238E27FC236}">
                    <a16:creationId xmlns:a16="http://schemas.microsoft.com/office/drawing/2014/main" id="{70BD5C41-E526-527E-E7C3-B05E4F24F557}"/>
                  </a:ext>
                </a:extLst>
              </p:cNvPr>
              <p:cNvSpPr/>
              <p:nvPr/>
            </p:nvSpPr>
            <p:spPr>
              <a:xfrm>
                <a:off x="5056306" y="2534521"/>
                <a:ext cx="121883" cy="127248"/>
              </a:xfrm>
              <a:custGeom>
                <a:avLst/>
                <a:gdLst>
                  <a:gd name="connsiteX0" fmla="*/ 121883 w 121883"/>
                  <a:gd name="connsiteY0" fmla="*/ 76077 h 127248"/>
                  <a:gd name="connsiteX1" fmla="*/ 107885 w 121883"/>
                  <a:gd name="connsiteY1" fmla="*/ 118956 h 127248"/>
                  <a:gd name="connsiteX2" fmla="*/ 60581 w 121883"/>
                  <a:gd name="connsiteY2" fmla="*/ 127249 h 127248"/>
                  <a:gd name="connsiteX3" fmla="*/ 0 w 121883"/>
                  <a:gd name="connsiteY3" fmla="*/ 63740 h 127248"/>
                  <a:gd name="connsiteX4" fmla="*/ 60581 w 121883"/>
                  <a:gd name="connsiteY4" fmla="*/ 0 h 127248"/>
                  <a:gd name="connsiteX5" fmla="*/ 121883 w 121883"/>
                  <a:gd name="connsiteY5" fmla="*/ 48094 h 127248"/>
                  <a:gd name="connsiteX6" fmla="*/ 80352 w 121883"/>
                  <a:gd name="connsiteY6" fmla="*/ 48094 h 127248"/>
                  <a:gd name="connsiteX7" fmla="*/ 76975 w 121883"/>
                  <a:gd name="connsiteY7" fmla="*/ 34818 h 127248"/>
                  <a:gd name="connsiteX8" fmla="*/ 60567 w 121883"/>
                  <a:gd name="connsiteY8" fmla="*/ 31250 h 127248"/>
                  <a:gd name="connsiteX9" fmla="*/ 41504 w 121883"/>
                  <a:gd name="connsiteY9" fmla="*/ 63726 h 127248"/>
                  <a:gd name="connsiteX10" fmla="*/ 60567 w 121883"/>
                  <a:gd name="connsiteY10" fmla="*/ 95957 h 127248"/>
                  <a:gd name="connsiteX11" fmla="*/ 80352 w 121883"/>
                  <a:gd name="connsiteY11" fmla="*/ 76050 h 127248"/>
                  <a:gd name="connsiteX12" fmla="*/ 121883 w 121883"/>
                  <a:gd name="connsiteY12" fmla="*/ 76050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1883" h="127248">
                    <a:moveTo>
                      <a:pt x="121883" y="76077"/>
                    </a:moveTo>
                    <a:cubicBezTo>
                      <a:pt x="121883" y="99293"/>
                      <a:pt x="117785" y="112093"/>
                      <a:pt x="107885" y="118956"/>
                    </a:cubicBezTo>
                    <a:cubicBezTo>
                      <a:pt x="98231" y="126064"/>
                      <a:pt x="83021" y="127249"/>
                      <a:pt x="60581" y="127249"/>
                    </a:cubicBezTo>
                    <a:cubicBezTo>
                      <a:pt x="11588" y="127249"/>
                      <a:pt x="0" y="112788"/>
                      <a:pt x="0" y="63740"/>
                    </a:cubicBezTo>
                    <a:cubicBezTo>
                      <a:pt x="0" y="21555"/>
                      <a:pt x="8701" y="0"/>
                      <a:pt x="60581" y="0"/>
                    </a:cubicBezTo>
                    <a:cubicBezTo>
                      <a:pt x="97019" y="0"/>
                      <a:pt x="121883" y="3785"/>
                      <a:pt x="121883" y="48094"/>
                    </a:cubicBezTo>
                    <a:lnTo>
                      <a:pt x="80352" y="48094"/>
                    </a:lnTo>
                    <a:cubicBezTo>
                      <a:pt x="80597" y="41463"/>
                      <a:pt x="79889" y="37432"/>
                      <a:pt x="76975" y="34818"/>
                    </a:cubicBezTo>
                    <a:cubicBezTo>
                      <a:pt x="74075" y="32217"/>
                      <a:pt x="69255" y="31250"/>
                      <a:pt x="60567" y="31250"/>
                    </a:cubicBezTo>
                    <a:cubicBezTo>
                      <a:pt x="45848" y="31250"/>
                      <a:pt x="41504" y="35295"/>
                      <a:pt x="41504" y="63726"/>
                    </a:cubicBezTo>
                    <a:cubicBezTo>
                      <a:pt x="41504" y="92158"/>
                      <a:pt x="44881" y="95957"/>
                      <a:pt x="60567" y="95957"/>
                    </a:cubicBezTo>
                    <a:cubicBezTo>
                      <a:pt x="79386" y="95957"/>
                      <a:pt x="80352" y="91450"/>
                      <a:pt x="80352" y="76050"/>
                    </a:cubicBezTo>
                    <a:lnTo>
                      <a:pt x="121883" y="760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6" name="Freeform: Shape 28">
                <a:extLst>
                  <a:ext uri="{FF2B5EF4-FFF2-40B4-BE49-F238E27FC236}">
                    <a16:creationId xmlns:a16="http://schemas.microsoft.com/office/drawing/2014/main" id="{B5CE43FC-7672-8DAD-FC52-FE66EB639B8F}"/>
                  </a:ext>
                </a:extLst>
              </p:cNvPr>
              <p:cNvSpPr/>
              <p:nvPr/>
            </p:nvSpPr>
            <p:spPr>
              <a:xfrm>
                <a:off x="5197022" y="2482641"/>
                <a:ext cx="121883" cy="177726"/>
              </a:xfrm>
              <a:custGeom>
                <a:avLst/>
                <a:gdLst>
                  <a:gd name="connsiteX0" fmla="*/ 41504 w 121883"/>
                  <a:gd name="connsiteY0" fmla="*/ 76526 h 177726"/>
                  <a:gd name="connsiteX1" fmla="*/ 43192 w 121883"/>
                  <a:gd name="connsiteY1" fmla="*/ 76526 h 177726"/>
                  <a:gd name="connsiteX2" fmla="*/ 81088 w 121883"/>
                  <a:gd name="connsiteY2" fmla="*/ 51893 h 177726"/>
                  <a:gd name="connsiteX3" fmla="*/ 121883 w 121883"/>
                  <a:gd name="connsiteY3" fmla="*/ 91709 h 177726"/>
                  <a:gd name="connsiteX4" fmla="*/ 121883 w 121883"/>
                  <a:gd name="connsiteY4" fmla="*/ 177726 h 177726"/>
                  <a:gd name="connsiteX5" fmla="*/ 80366 w 121883"/>
                  <a:gd name="connsiteY5" fmla="*/ 177726 h 177726"/>
                  <a:gd name="connsiteX6" fmla="*/ 80366 w 121883"/>
                  <a:gd name="connsiteY6" fmla="*/ 101173 h 177726"/>
                  <a:gd name="connsiteX7" fmla="*/ 63236 w 121883"/>
                  <a:gd name="connsiteY7" fmla="*/ 83158 h 177726"/>
                  <a:gd name="connsiteX8" fmla="*/ 41517 w 121883"/>
                  <a:gd name="connsiteY8" fmla="*/ 109234 h 177726"/>
                  <a:gd name="connsiteX9" fmla="*/ 41517 w 121883"/>
                  <a:gd name="connsiteY9" fmla="*/ 177726 h 177726"/>
                  <a:gd name="connsiteX10" fmla="*/ 0 w 121883"/>
                  <a:gd name="connsiteY10" fmla="*/ 177726 h 177726"/>
                  <a:gd name="connsiteX11" fmla="*/ 0 w 121883"/>
                  <a:gd name="connsiteY11" fmla="*/ 0 h 177726"/>
                  <a:gd name="connsiteX12" fmla="*/ 41517 w 121883"/>
                  <a:gd name="connsiteY12" fmla="*/ 0 h 177726"/>
                  <a:gd name="connsiteX13" fmla="*/ 41517 w 121883"/>
                  <a:gd name="connsiteY13" fmla="*/ 76526 h 177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883" h="177726">
                    <a:moveTo>
                      <a:pt x="41504" y="76526"/>
                    </a:moveTo>
                    <a:lnTo>
                      <a:pt x="43192" y="76526"/>
                    </a:lnTo>
                    <a:cubicBezTo>
                      <a:pt x="49225" y="56864"/>
                      <a:pt x="61548" y="51893"/>
                      <a:pt x="81088" y="51893"/>
                    </a:cubicBezTo>
                    <a:cubicBezTo>
                      <a:pt x="109084" y="51893"/>
                      <a:pt x="121883" y="64925"/>
                      <a:pt x="121883" y="91709"/>
                    </a:cubicBezTo>
                    <a:lnTo>
                      <a:pt x="121883" y="177726"/>
                    </a:lnTo>
                    <a:lnTo>
                      <a:pt x="80366" y="177726"/>
                    </a:lnTo>
                    <a:lnTo>
                      <a:pt x="80366" y="101173"/>
                    </a:lnTo>
                    <a:cubicBezTo>
                      <a:pt x="80134" y="89095"/>
                      <a:pt x="76744" y="83158"/>
                      <a:pt x="63236" y="83158"/>
                    </a:cubicBezTo>
                    <a:cubicBezTo>
                      <a:pt x="44663" y="83158"/>
                      <a:pt x="41517" y="94065"/>
                      <a:pt x="41517" y="109234"/>
                    </a:cubicBezTo>
                    <a:lnTo>
                      <a:pt x="41517" y="177726"/>
                    </a:lnTo>
                    <a:lnTo>
                      <a:pt x="0" y="177726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652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AEB738F-9335-4793-55D7-DEB3F00C57AA}"/>
                </a:ext>
              </a:extLst>
            </p:cNvPr>
            <p:cNvGrpSpPr/>
            <p:nvPr/>
          </p:nvGrpSpPr>
          <p:grpSpPr>
            <a:xfrm>
              <a:off x="3824442" y="2481552"/>
              <a:ext cx="179889" cy="179891"/>
              <a:chOff x="3824442" y="2481552"/>
              <a:chExt cx="179889" cy="179891"/>
            </a:xfrm>
          </p:grpSpPr>
          <p:sp>
            <p:nvSpPr>
              <p:cNvPr id="9" name="Freeform: Shape 7">
                <a:extLst>
                  <a:ext uri="{FF2B5EF4-FFF2-40B4-BE49-F238E27FC236}">
                    <a16:creationId xmlns:a16="http://schemas.microsoft.com/office/drawing/2014/main" id="{98E5D784-67B3-1D3F-14FC-31EBA2F91151}"/>
                  </a:ext>
                </a:extLst>
              </p:cNvPr>
              <p:cNvSpPr/>
              <p:nvPr/>
            </p:nvSpPr>
            <p:spPr>
              <a:xfrm>
                <a:off x="382444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" name="Freeform: Shape 10">
                <a:extLst>
                  <a:ext uri="{FF2B5EF4-FFF2-40B4-BE49-F238E27FC236}">
                    <a16:creationId xmlns:a16="http://schemas.microsoft.com/office/drawing/2014/main" id="{22ED1D00-2E1D-F790-8109-E62629E57359}"/>
                  </a:ext>
                </a:extLst>
              </p:cNvPr>
              <p:cNvSpPr/>
              <p:nvPr/>
            </p:nvSpPr>
            <p:spPr>
              <a:xfrm>
                <a:off x="3887569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" name="Freeform: Shape 11">
                <a:extLst>
                  <a:ext uri="{FF2B5EF4-FFF2-40B4-BE49-F238E27FC236}">
                    <a16:creationId xmlns:a16="http://schemas.microsoft.com/office/drawing/2014/main" id="{4E09AEB3-376E-47E2-0B59-FF7C53BA8E40}"/>
                  </a:ext>
                </a:extLst>
              </p:cNvPr>
              <p:cNvSpPr/>
              <p:nvPr/>
            </p:nvSpPr>
            <p:spPr>
              <a:xfrm>
                <a:off x="395068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" name="Freeform: Shape 13">
                <a:extLst>
                  <a:ext uri="{FF2B5EF4-FFF2-40B4-BE49-F238E27FC236}">
                    <a16:creationId xmlns:a16="http://schemas.microsoft.com/office/drawing/2014/main" id="{36F3EE6F-9E8D-2980-B8C7-CDC5A6037701}"/>
                  </a:ext>
                </a:extLst>
              </p:cNvPr>
              <p:cNvSpPr/>
              <p:nvPr/>
            </p:nvSpPr>
            <p:spPr>
              <a:xfrm>
                <a:off x="382444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" name="Freeform: Shape 14">
                <a:extLst>
                  <a:ext uri="{FF2B5EF4-FFF2-40B4-BE49-F238E27FC236}">
                    <a16:creationId xmlns:a16="http://schemas.microsoft.com/office/drawing/2014/main" id="{4B8319D3-2B4E-B655-89BC-9110169EE1B0}"/>
                  </a:ext>
                </a:extLst>
              </p:cNvPr>
              <p:cNvSpPr/>
              <p:nvPr/>
            </p:nvSpPr>
            <p:spPr>
              <a:xfrm>
                <a:off x="3887569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4" name="Freeform: Shape 15">
                <a:extLst>
                  <a:ext uri="{FF2B5EF4-FFF2-40B4-BE49-F238E27FC236}">
                    <a16:creationId xmlns:a16="http://schemas.microsoft.com/office/drawing/2014/main" id="{577F27BA-479F-0EC7-AEA4-74E5BF996B8D}"/>
                  </a:ext>
                </a:extLst>
              </p:cNvPr>
              <p:cNvSpPr/>
              <p:nvPr/>
            </p:nvSpPr>
            <p:spPr>
              <a:xfrm>
                <a:off x="395068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" name="Freeform: Shape 16">
                <a:extLst>
                  <a:ext uri="{FF2B5EF4-FFF2-40B4-BE49-F238E27FC236}">
                    <a16:creationId xmlns:a16="http://schemas.microsoft.com/office/drawing/2014/main" id="{A54EE64C-796E-EE52-FB83-C5A0C14530BA}"/>
                  </a:ext>
                </a:extLst>
              </p:cNvPr>
              <p:cNvSpPr/>
              <p:nvPr/>
            </p:nvSpPr>
            <p:spPr>
              <a:xfrm>
                <a:off x="382444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" name="Freeform: Shape 17">
                <a:extLst>
                  <a:ext uri="{FF2B5EF4-FFF2-40B4-BE49-F238E27FC236}">
                    <a16:creationId xmlns:a16="http://schemas.microsoft.com/office/drawing/2014/main" id="{C121D9AF-1FB5-C163-5CB9-D7327B529A93}"/>
                  </a:ext>
                </a:extLst>
              </p:cNvPr>
              <p:cNvSpPr/>
              <p:nvPr/>
            </p:nvSpPr>
            <p:spPr>
              <a:xfrm>
                <a:off x="3887569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18">
                <a:extLst>
                  <a:ext uri="{FF2B5EF4-FFF2-40B4-BE49-F238E27FC236}">
                    <a16:creationId xmlns:a16="http://schemas.microsoft.com/office/drawing/2014/main" id="{AA286D3A-DDDA-6B95-715C-178EE2B79E08}"/>
                  </a:ext>
                </a:extLst>
              </p:cNvPr>
              <p:cNvSpPr/>
              <p:nvPr/>
            </p:nvSpPr>
            <p:spPr>
              <a:xfrm>
                <a:off x="395068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D14A1AA-160F-EFC5-51F4-F55B4D16CC0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1" y="0"/>
            <a:ext cx="4572000" cy="5143500"/>
          </a:xfrm>
          <a:prstGeom prst="rect">
            <a:avLst/>
          </a:prstGeom>
          <a:noFill/>
        </p:spPr>
        <p:txBody>
          <a:bodyPr/>
          <a:lstStyle/>
          <a:p>
            <a:endParaRPr lang="en-IN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8A43A8F3-E997-D3F9-A2BC-58ACE5633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40" y="308506"/>
            <a:ext cx="4185533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0D14EA82-028A-1193-FA1D-6A3ECACA939D}"/>
              </a:ext>
            </a:extLst>
          </p:cNvPr>
          <p:cNvSpPr txBox="1">
            <a:spLocks/>
          </p:cNvSpPr>
          <p:nvPr userDrawn="1"/>
        </p:nvSpPr>
        <p:spPr>
          <a:xfrm>
            <a:off x="8757480" y="4806255"/>
            <a:ext cx="14908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37A3306-72CE-48AC-9363-0EAE74D66663}" type="slidenum">
              <a:rPr lang="en-IN" sz="800" smtClean="0">
                <a:solidFill>
                  <a:schemeClr val="bg1"/>
                </a:solidFill>
              </a:rPr>
              <a:pPr algn="r"/>
              <a:t>‹#›</a:t>
            </a:fld>
            <a:endParaRPr lang="en-IN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763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Title_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A5BFE9-9F5E-D066-205A-CBE00D666F46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2000">
                <a:schemeClr val="accent1"/>
              </a:gs>
              <a:gs pos="100000">
                <a:schemeClr val="accent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B8B996B-9433-55A2-9E97-4B07DC52D6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283" y="2114702"/>
            <a:ext cx="4232717" cy="91409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</a:t>
            </a:r>
            <a:br>
              <a:rPr lang="en-US"/>
            </a:br>
            <a:r>
              <a:rPr lang="en-US"/>
              <a:t>title style</a:t>
            </a:r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6C2017F-539C-F867-F92B-B1EA905956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283" y="475910"/>
            <a:ext cx="2177206" cy="263723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BE4F0AB-8490-ABF8-C9BD-857E1340267A}"/>
              </a:ext>
            </a:extLst>
          </p:cNvPr>
          <p:cNvSpPr txBox="1">
            <a:spLocks/>
          </p:cNvSpPr>
          <p:nvPr userDrawn="1"/>
        </p:nvSpPr>
        <p:spPr>
          <a:xfrm>
            <a:off x="8757480" y="4806255"/>
            <a:ext cx="14908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37A3306-72CE-48AC-9363-0EAE74D66663}" type="slidenum">
              <a:rPr lang="en-IN" sz="800" smtClean="0"/>
              <a:pPr algn="r"/>
              <a:t>‹#›</a:t>
            </a:fld>
            <a:endParaRPr lang="en-IN" sz="800"/>
          </a:p>
        </p:txBody>
      </p:sp>
    </p:spTree>
    <p:extLst>
      <p:ext uri="{BB962C8B-B14F-4D97-AF65-F5344CB8AC3E}">
        <p14:creationId xmlns:p14="http://schemas.microsoft.com/office/powerpoint/2010/main" val="162630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_Title_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A5BFE9-9F5E-D066-205A-CBE00D666F46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2000">
                <a:schemeClr val="accent1"/>
              </a:gs>
              <a:gs pos="100000">
                <a:schemeClr val="accent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510700-F17B-55DF-BF4A-E0929EA4F2AB}"/>
              </a:ext>
            </a:extLst>
          </p:cNvPr>
          <p:cNvSpPr/>
          <p:nvPr userDrawn="1"/>
        </p:nvSpPr>
        <p:spPr>
          <a:xfrm>
            <a:off x="0" y="0"/>
            <a:ext cx="8757480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5755E0F-E61E-9120-0F71-E88254E3A404}"/>
              </a:ext>
            </a:extLst>
          </p:cNvPr>
          <p:cNvSpPr/>
          <p:nvPr userDrawn="1"/>
        </p:nvSpPr>
        <p:spPr>
          <a:xfrm rot="21060000">
            <a:off x="-346021" y="-683556"/>
            <a:ext cx="9836042" cy="6510612"/>
          </a:xfrm>
          <a:custGeom>
            <a:avLst/>
            <a:gdLst>
              <a:gd name="connsiteX0" fmla="*/ 804620 w 9836042"/>
              <a:gd name="connsiteY0" fmla="*/ 0 h 6510612"/>
              <a:gd name="connsiteX1" fmla="*/ 3905594 w 9836042"/>
              <a:gd name="connsiteY1" fmla="*/ 491146 h 6510612"/>
              <a:gd name="connsiteX2" fmla="*/ 4038673 w 9836042"/>
              <a:gd name="connsiteY2" fmla="*/ 656045 h 6510612"/>
              <a:gd name="connsiteX3" fmla="*/ 5839786 w 9836042"/>
              <a:gd name="connsiteY3" fmla="*/ 2534309 h 6510612"/>
              <a:gd name="connsiteX4" fmla="*/ 8211624 w 9836042"/>
              <a:gd name="connsiteY4" fmla="*/ 1397303 h 6510612"/>
              <a:gd name="connsiteX5" fmla="*/ 8423020 w 9836042"/>
              <a:gd name="connsiteY5" fmla="*/ 1206636 h 6510612"/>
              <a:gd name="connsiteX6" fmla="*/ 9836042 w 9836042"/>
              <a:gd name="connsiteY6" fmla="*/ 1430437 h 6510612"/>
              <a:gd name="connsiteX7" fmla="*/ 9031422 w 9836042"/>
              <a:gd name="connsiteY7" fmla="*/ 6510612 h 6510612"/>
              <a:gd name="connsiteX8" fmla="*/ 6742588 w 9836042"/>
              <a:gd name="connsiteY8" fmla="*/ 6148096 h 6510612"/>
              <a:gd name="connsiteX9" fmla="*/ 6619495 w 9836042"/>
              <a:gd name="connsiteY9" fmla="*/ 6040829 h 6510612"/>
              <a:gd name="connsiteX10" fmla="*/ 4186973 w 9836042"/>
              <a:gd name="connsiteY10" fmla="*/ 4695679 h 6510612"/>
              <a:gd name="connsiteX11" fmla="*/ 3336414 w 9836042"/>
              <a:gd name="connsiteY11" fmla="*/ 5482301 h 6510612"/>
              <a:gd name="connsiteX12" fmla="*/ 3261534 w 9836042"/>
              <a:gd name="connsiteY12" fmla="*/ 5596751 h 6510612"/>
              <a:gd name="connsiteX13" fmla="*/ 0 w 9836042"/>
              <a:gd name="connsiteY13" fmla="*/ 5080175 h 6510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836042" h="6510612">
                <a:moveTo>
                  <a:pt x="804620" y="0"/>
                </a:moveTo>
                <a:lnTo>
                  <a:pt x="3905594" y="491146"/>
                </a:lnTo>
                <a:lnTo>
                  <a:pt x="4038673" y="656045"/>
                </a:lnTo>
                <a:cubicBezTo>
                  <a:pt x="4652284" y="1426674"/>
                  <a:pt x="5214022" y="2180041"/>
                  <a:pt x="5839786" y="2534309"/>
                </a:cubicBezTo>
                <a:cubicBezTo>
                  <a:pt x="6644341" y="2989798"/>
                  <a:pt x="7396215" y="2153978"/>
                  <a:pt x="8211624" y="1397303"/>
                </a:cubicBezTo>
                <a:lnTo>
                  <a:pt x="8423020" y="1206636"/>
                </a:lnTo>
                <a:lnTo>
                  <a:pt x="9836042" y="1430437"/>
                </a:lnTo>
                <a:lnTo>
                  <a:pt x="9031422" y="6510612"/>
                </a:lnTo>
                <a:lnTo>
                  <a:pt x="6742588" y="6148096"/>
                </a:lnTo>
                <a:lnTo>
                  <a:pt x="6619495" y="6040829"/>
                </a:lnTo>
                <a:cubicBezTo>
                  <a:pt x="5791590" y="5290009"/>
                  <a:pt x="5131427" y="4290599"/>
                  <a:pt x="4186973" y="4695679"/>
                </a:cubicBezTo>
                <a:cubicBezTo>
                  <a:pt x="3862212" y="4834970"/>
                  <a:pt x="3586483" y="5116948"/>
                  <a:pt x="3336414" y="5482301"/>
                </a:cubicBezTo>
                <a:lnTo>
                  <a:pt x="3261534" y="5596751"/>
                </a:lnTo>
                <a:lnTo>
                  <a:pt x="0" y="5080175"/>
                </a:lnTo>
                <a:close/>
              </a:path>
            </a:pathLst>
          </a:cu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3921E18-6D3C-87A4-ABE3-B3B50C3678C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96258" y="2058528"/>
            <a:ext cx="4351485" cy="102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324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Title_1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6FD3648-8E00-A007-EA78-1CABD98E847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"/>
            <a:ext cx="9144000" cy="4451715"/>
          </a:xfrm>
          <a:custGeom>
            <a:avLst/>
            <a:gdLst>
              <a:gd name="connsiteX0" fmla="*/ 0 w 9144000"/>
              <a:gd name="connsiteY0" fmla="*/ 0 h 4451715"/>
              <a:gd name="connsiteX1" fmla="*/ 9144000 w 9144000"/>
              <a:gd name="connsiteY1" fmla="*/ 0 h 4451715"/>
              <a:gd name="connsiteX2" fmla="*/ 9144000 w 9144000"/>
              <a:gd name="connsiteY2" fmla="*/ 3731514 h 4451715"/>
              <a:gd name="connsiteX3" fmla="*/ 9028668 w 9144000"/>
              <a:gd name="connsiteY3" fmla="*/ 3816159 h 4451715"/>
              <a:gd name="connsiteX4" fmla="*/ 6991790 w 9144000"/>
              <a:gd name="connsiteY4" fmla="*/ 4410741 h 4451715"/>
              <a:gd name="connsiteX5" fmla="*/ 5750376 w 9144000"/>
              <a:gd name="connsiteY5" fmla="*/ 2052441 h 4451715"/>
              <a:gd name="connsiteX6" fmla="*/ 2935641 w 9144000"/>
              <a:gd name="connsiteY6" fmla="*/ 2120451 h 4451715"/>
              <a:gd name="connsiteX7" fmla="*/ 405169 w 9144000"/>
              <a:gd name="connsiteY7" fmla="*/ 470116 h 4451715"/>
              <a:gd name="connsiteX8" fmla="*/ 145154 w 9144000"/>
              <a:gd name="connsiteY8" fmla="*/ 442356 h 4451715"/>
              <a:gd name="connsiteX9" fmla="*/ 0 w 9144000"/>
              <a:gd name="connsiteY9" fmla="*/ 434219 h 4451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144000" h="4451715">
                <a:moveTo>
                  <a:pt x="0" y="0"/>
                </a:moveTo>
                <a:lnTo>
                  <a:pt x="9144000" y="0"/>
                </a:lnTo>
                <a:lnTo>
                  <a:pt x="9144000" y="3731514"/>
                </a:lnTo>
                <a:lnTo>
                  <a:pt x="9028668" y="3816159"/>
                </a:lnTo>
                <a:cubicBezTo>
                  <a:pt x="8357900" y="4283470"/>
                  <a:pt x="7632432" y="4560991"/>
                  <a:pt x="6991790" y="4410741"/>
                </a:cubicBezTo>
                <a:cubicBezTo>
                  <a:pt x="5852868" y="4143630"/>
                  <a:pt x="6481666" y="2090211"/>
                  <a:pt x="5750376" y="2052441"/>
                </a:cubicBezTo>
                <a:cubicBezTo>
                  <a:pt x="5019088" y="2014670"/>
                  <a:pt x="3654769" y="3005377"/>
                  <a:pt x="2935641" y="2120451"/>
                </a:cubicBezTo>
                <a:cubicBezTo>
                  <a:pt x="2216512" y="1235526"/>
                  <a:pt x="1850783" y="660607"/>
                  <a:pt x="405169" y="470116"/>
                </a:cubicBezTo>
                <a:cubicBezTo>
                  <a:pt x="314818" y="458211"/>
                  <a:pt x="228213" y="449085"/>
                  <a:pt x="145154" y="442356"/>
                </a:cubicBezTo>
                <a:lnTo>
                  <a:pt x="0" y="434219"/>
                </a:lnTo>
                <a:close/>
              </a:path>
            </a:pathLst>
          </a:custGeom>
          <a:noFill/>
        </p:spPr>
        <p:txBody>
          <a:bodyPr anchor="ctr"/>
          <a:lstStyle>
            <a:lvl1pPr marL="0" indent="0" algn="ctr">
              <a:buNone/>
              <a:defRPr lang="en-IN"/>
            </a:lvl1pPr>
          </a:lstStyle>
          <a:p>
            <a:pPr lvl="0"/>
            <a:endParaRPr lang="en-IN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709D2087-692B-48E2-2217-0FF1079441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283" y="2601396"/>
            <a:ext cx="5147593" cy="88639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</a:t>
            </a:r>
            <a:br>
              <a:rPr lang="en-US"/>
            </a:br>
            <a:r>
              <a:rPr lang="en-US"/>
              <a:t>title style</a:t>
            </a:r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E751B75-BCDC-B873-2C51-EDA7AD2E47CD}"/>
              </a:ext>
            </a:extLst>
          </p:cNvPr>
          <p:cNvGrpSpPr/>
          <p:nvPr userDrawn="1"/>
        </p:nvGrpSpPr>
        <p:grpSpPr>
          <a:xfrm>
            <a:off x="339284" y="2020230"/>
            <a:ext cx="2177206" cy="263085"/>
            <a:chOff x="3824442" y="2481198"/>
            <a:chExt cx="1494463" cy="18058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C9D870E-08FE-FA94-2872-3A45BBD2FBBC}"/>
                </a:ext>
              </a:extLst>
            </p:cNvPr>
            <p:cNvGrpSpPr/>
            <p:nvPr/>
          </p:nvGrpSpPr>
          <p:grpSpPr>
            <a:xfrm>
              <a:off x="4083922" y="2481198"/>
              <a:ext cx="1234983" cy="180585"/>
              <a:chOff x="4083922" y="2481198"/>
              <a:chExt cx="1234983" cy="180585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52BF19AC-107D-2640-91A8-1D055B18D082}"/>
                  </a:ext>
                </a:extLst>
              </p:cNvPr>
              <p:cNvSpPr/>
              <p:nvPr/>
            </p:nvSpPr>
            <p:spPr>
              <a:xfrm>
                <a:off x="4083922" y="2481198"/>
                <a:ext cx="159274" cy="180558"/>
              </a:xfrm>
              <a:custGeom>
                <a:avLst/>
                <a:gdLst>
                  <a:gd name="connsiteX0" fmla="*/ 159275 w 159274"/>
                  <a:gd name="connsiteY0" fmla="*/ 111848 h 180558"/>
                  <a:gd name="connsiteX1" fmla="*/ 159275 w 159274"/>
                  <a:gd name="connsiteY1" fmla="*/ 117063 h 180558"/>
                  <a:gd name="connsiteX2" fmla="*/ 142622 w 159274"/>
                  <a:gd name="connsiteY2" fmla="*/ 167541 h 180558"/>
                  <a:gd name="connsiteX3" fmla="*/ 85186 w 159274"/>
                  <a:gd name="connsiteY3" fmla="*/ 180558 h 180558"/>
                  <a:gd name="connsiteX4" fmla="*/ 0 w 159274"/>
                  <a:gd name="connsiteY4" fmla="*/ 113264 h 180558"/>
                  <a:gd name="connsiteX5" fmla="*/ 0 w 159274"/>
                  <a:gd name="connsiteY5" fmla="*/ 67294 h 180558"/>
                  <a:gd name="connsiteX6" fmla="*/ 85186 w 159274"/>
                  <a:gd name="connsiteY6" fmla="*/ 0 h 180558"/>
                  <a:gd name="connsiteX7" fmla="*/ 159043 w 159274"/>
                  <a:gd name="connsiteY7" fmla="*/ 58307 h 180558"/>
                  <a:gd name="connsiteX8" fmla="*/ 159043 w 159274"/>
                  <a:gd name="connsiteY8" fmla="*/ 65183 h 180558"/>
                  <a:gd name="connsiteX9" fmla="*/ 109315 w 159274"/>
                  <a:gd name="connsiteY9" fmla="*/ 65183 h 180558"/>
                  <a:gd name="connsiteX10" fmla="*/ 109315 w 159274"/>
                  <a:gd name="connsiteY10" fmla="*/ 58307 h 180558"/>
                  <a:gd name="connsiteX11" fmla="*/ 79876 w 159274"/>
                  <a:gd name="connsiteY11" fmla="*/ 41232 h 180558"/>
                  <a:gd name="connsiteX12" fmla="*/ 49701 w 159274"/>
                  <a:gd name="connsiteY12" fmla="*/ 74892 h 180558"/>
                  <a:gd name="connsiteX13" fmla="*/ 49701 w 159274"/>
                  <a:gd name="connsiteY13" fmla="*/ 102616 h 180558"/>
                  <a:gd name="connsiteX14" fmla="*/ 79876 w 159274"/>
                  <a:gd name="connsiteY14" fmla="*/ 139354 h 180558"/>
                  <a:gd name="connsiteX15" fmla="*/ 109560 w 159274"/>
                  <a:gd name="connsiteY15" fmla="*/ 117091 h 180558"/>
                  <a:gd name="connsiteX16" fmla="*/ 109560 w 159274"/>
                  <a:gd name="connsiteY16" fmla="*/ 111875 h 180558"/>
                  <a:gd name="connsiteX17" fmla="*/ 159275 w 159274"/>
                  <a:gd name="connsiteY17" fmla="*/ 111875 h 180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9274" h="180558">
                    <a:moveTo>
                      <a:pt x="159275" y="111848"/>
                    </a:moveTo>
                    <a:lnTo>
                      <a:pt x="159275" y="117063"/>
                    </a:lnTo>
                    <a:cubicBezTo>
                      <a:pt x="159275" y="136481"/>
                      <a:pt x="159030" y="154019"/>
                      <a:pt x="142622" y="167541"/>
                    </a:cubicBezTo>
                    <a:cubicBezTo>
                      <a:pt x="126200" y="180803"/>
                      <a:pt x="106183" y="180558"/>
                      <a:pt x="85186" y="180558"/>
                    </a:cubicBezTo>
                    <a:cubicBezTo>
                      <a:pt x="35948" y="180558"/>
                      <a:pt x="0" y="178189"/>
                      <a:pt x="0" y="113264"/>
                    </a:cubicBezTo>
                    <a:lnTo>
                      <a:pt x="0" y="67294"/>
                    </a:lnTo>
                    <a:cubicBezTo>
                      <a:pt x="-14" y="8538"/>
                      <a:pt x="32081" y="0"/>
                      <a:pt x="85186" y="0"/>
                    </a:cubicBezTo>
                    <a:cubicBezTo>
                      <a:pt x="134901" y="0"/>
                      <a:pt x="158077" y="4970"/>
                      <a:pt x="159043" y="58307"/>
                    </a:cubicBezTo>
                    <a:lnTo>
                      <a:pt x="159043" y="65183"/>
                    </a:lnTo>
                    <a:lnTo>
                      <a:pt x="109315" y="65183"/>
                    </a:lnTo>
                    <a:lnTo>
                      <a:pt x="109315" y="58307"/>
                    </a:lnTo>
                    <a:cubicBezTo>
                      <a:pt x="107640" y="42430"/>
                      <a:pt x="96284" y="41232"/>
                      <a:pt x="79876" y="41232"/>
                    </a:cubicBezTo>
                    <a:cubicBezTo>
                      <a:pt x="52356" y="41232"/>
                      <a:pt x="49701" y="49538"/>
                      <a:pt x="49701" y="74892"/>
                    </a:cubicBezTo>
                    <a:lnTo>
                      <a:pt x="49701" y="102616"/>
                    </a:lnTo>
                    <a:cubicBezTo>
                      <a:pt x="49701" y="129169"/>
                      <a:pt x="50913" y="139354"/>
                      <a:pt x="79876" y="139354"/>
                    </a:cubicBezTo>
                    <a:cubicBezTo>
                      <a:pt x="99906" y="139354"/>
                      <a:pt x="109560" y="137938"/>
                      <a:pt x="109560" y="117091"/>
                    </a:cubicBezTo>
                    <a:lnTo>
                      <a:pt x="109560" y="111875"/>
                    </a:lnTo>
                    <a:lnTo>
                      <a:pt x="159275" y="111875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E2E2FD21-B4A0-3DFB-AB20-D3DF80E87A48}"/>
                  </a:ext>
                </a:extLst>
              </p:cNvPr>
              <p:cNvSpPr/>
              <p:nvPr/>
            </p:nvSpPr>
            <p:spPr>
              <a:xfrm>
                <a:off x="4261525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099A0344-13C6-73AF-B8F4-D9F24813577C}"/>
                  </a:ext>
                </a:extLst>
              </p:cNvPr>
              <p:cNvSpPr/>
              <p:nvPr/>
            </p:nvSpPr>
            <p:spPr>
              <a:xfrm>
                <a:off x="4316564" y="2509643"/>
                <a:ext cx="110540" cy="152126"/>
              </a:xfrm>
              <a:custGeom>
                <a:avLst/>
                <a:gdLst>
                  <a:gd name="connsiteX0" fmla="*/ 104985 w 110540"/>
                  <a:gd name="connsiteY0" fmla="*/ 56142 h 152126"/>
                  <a:gd name="connsiteX1" fmla="*/ 56959 w 110540"/>
                  <a:gd name="connsiteY1" fmla="*/ 56142 h 152126"/>
                  <a:gd name="connsiteX2" fmla="*/ 56959 w 110540"/>
                  <a:gd name="connsiteY2" fmla="*/ 111835 h 152126"/>
                  <a:gd name="connsiteX3" fmla="*/ 66382 w 110540"/>
                  <a:gd name="connsiteY3" fmla="*/ 122265 h 152126"/>
                  <a:gd name="connsiteX4" fmla="*/ 77234 w 110540"/>
                  <a:gd name="connsiteY4" fmla="*/ 106156 h 152126"/>
                  <a:gd name="connsiteX5" fmla="*/ 77479 w 110540"/>
                  <a:gd name="connsiteY5" fmla="*/ 99511 h 152126"/>
                  <a:gd name="connsiteX6" fmla="*/ 110541 w 110540"/>
                  <a:gd name="connsiteY6" fmla="*/ 99511 h 152126"/>
                  <a:gd name="connsiteX7" fmla="*/ 110541 w 110540"/>
                  <a:gd name="connsiteY7" fmla="*/ 110650 h 152126"/>
                  <a:gd name="connsiteX8" fmla="*/ 63958 w 110540"/>
                  <a:gd name="connsiteY8" fmla="*/ 152127 h 152126"/>
                  <a:gd name="connsiteX9" fmla="*/ 15455 w 110540"/>
                  <a:gd name="connsiteY9" fmla="*/ 117526 h 152126"/>
                  <a:gd name="connsiteX10" fmla="*/ 15455 w 110540"/>
                  <a:gd name="connsiteY10" fmla="*/ 56142 h 152126"/>
                  <a:gd name="connsiteX11" fmla="*/ 0 w 110540"/>
                  <a:gd name="connsiteY11" fmla="*/ 56142 h 152126"/>
                  <a:gd name="connsiteX12" fmla="*/ 0 w 110540"/>
                  <a:gd name="connsiteY12" fmla="*/ 26294 h 152126"/>
                  <a:gd name="connsiteX13" fmla="*/ 15455 w 110540"/>
                  <a:gd name="connsiteY13" fmla="*/ 26294 h 152126"/>
                  <a:gd name="connsiteX14" fmla="*/ 15455 w 110540"/>
                  <a:gd name="connsiteY14" fmla="*/ 0 h 152126"/>
                  <a:gd name="connsiteX15" fmla="*/ 56959 w 110540"/>
                  <a:gd name="connsiteY15" fmla="*/ 0 h 152126"/>
                  <a:gd name="connsiteX16" fmla="*/ 56959 w 110540"/>
                  <a:gd name="connsiteY16" fmla="*/ 26294 h 152126"/>
                  <a:gd name="connsiteX17" fmla="*/ 104985 w 110540"/>
                  <a:gd name="connsiteY17" fmla="*/ 26294 h 152126"/>
                  <a:gd name="connsiteX18" fmla="*/ 104985 w 110540"/>
                  <a:gd name="connsiteY18" fmla="*/ 56142 h 15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0540" h="152126">
                    <a:moveTo>
                      <a:pt x="104985" y="56142"/>
                    </a:moveTo>
                    <a:lnTo>
                      <a:pt x="56959" y="56142"/>
                    </a:lnTo>
                    <a:lnTo>
                      <a:pt x="56959" y="111835"/>
                    </a:lnTo>
                    <a:cubicBezTo>
                      <a:pt x="57204" y="119188"/>
                      <a:pt x="58674" y="122265"/>
                      <a:pt x="66382" y="122265"/>
                    </a:cubicBezTo>
                    <a:cubicBezTo>
                      <a:pt x="77234" y="122265"/>
                      <a:pt x="76758" y="114680"/>
                      <a:pt x="77234" y="106156"/>
                    </a:cubicBezTo>
                    <a:lnTo>
                      <a:pt x="77479" y="99511"/>
                    </a:lnTo>
                    <a:lnTo>
                      <a:pt x="110541" y="99511"/>
                    </a:lnTo>
                    <a:lnTo>
                      <a:pt x="110541" y="110650"/>
                    </a:lnTo>
                    <a:cubicBezTo>
                      <a:pt x="110541" y="144542"/>
                      <a:pt x="97741" y="152127"/>
                      <a:pt x="63958" y="152127"/>
                    </a:cubicBezTo>
                    <a:cubicBezTo>
                      <a:pt x="37419" y="152127"/>
                      <a:pt x="15455" y="148804"/>
                      <a:pt x="15455" y="117526"/>
                    </a:cubicBezTo>
                    <a:lnTo>
                      <a:pt x="15455" y="56142"/>
                    </a:lnTo>
                    <a:lnTo>
                      <a:pt x="0" y="56142"/>
                    </a:lnTo>
                    <a:lnTo>
                      <a:pt x="0" y="26294"/>
                    </a:lnTo>
                    <a:lnTo>
                      <a:pt x="15455" y="26294"/>
                    </a:lnTo>
                    <a:lnTo>
                      <a:pt x="15455" y="0"/>
                    </a:lnTo>
                    <a:lnTo>
                      <a:pt x="56959" y="0"/>
                    </a:lnTo>
                    <a:lnTo>
                      <a:pt x="56959" y="26294"/>
                    </a:lnTo>
                    <a:lnTo>
                      <a:pt x="104985" y="26294"/>
                    </a:lnTo>
                    <a:lnTo>
                      <a:pt x="104985" y="5614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63D163BA-5104-9056-3AB8-B8B1576965CB}"/>
                  </a:ext>
                </a:extLst>
              </p:cNvPr>
              <p:cNvSpPr/>
              <p:nvPr/>
            </p:nvSpPr>
            <p:spPr>
              <a:xfrm>
                <a:off x="4440599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D856AB8A-C720-3B14-3A00-1636AE4F5EA5}"/>
                  </a:ext>
                </a:extLst>
              </p:cNvPr>
              <p:cNvSpPr/>
              <p:nvPr/>
            </p:nvSpPr>
            <p:spPr>
              <a:xfrm>
                <a:off x="4504570" y="2535923"/>
                <a:ext cx="121651" cy="125846"/>
              </a:xfrm>
              <a:custGeom>
                <a:avLst/>
                <a:gdLst>
                  <a:gd name="connsiteX0" fmla="*/ 81333 w 121651"/>
                  <a:gd name="connsiteY0" fmla="*/ 124430 h 125846"/>
                  <a:gd name="connsiteX1" fmla="*/ 82790 w 121651"/>
                  <a:gd name="connsiteY1" fmla="*/ 100492 h 125846"/>
                  <a:gd name="connsiteX2" fmla="*/ 80856 w 121651"/>
                  <a:gd name="connsiteY2" fmla="*/ 100492 h 125846"/>
                  <a:gd name="connsiteX3" fmla="*/ 42961 w 121651"/>
                  <a:gd name="connsiteY3" fmla="*/ 125846 h 125846"/>
                  <a:gd name="connsiteX4" fmla="*/ 0 w 121651"/>
                  <a:gd name="connsiteY4" fmla="*/ 85091 h 125846"/>
                  <a:gd name="connsiteX5" fmla="*/ 0 w 121651"/>
                  <a:gd name="connsiteY5" fmla="*/ 0 h 125846"/>
                  <a:gd name="connsiteX6" fmla="*/ 41517 w 121651"/>
                  <a:gd name="connsiteY6" fmla="*/ 0 h 125846"/>
                  <a:gd name="connsiteX7" fmla="*/ 41517 w 121651"/>
                  <a:gd name="connsiteY7" fmla="*/ 74184 h 125846"/>
                  <a:gd name="connsiteX8" fmla="*/ 56727 w 121651"/>
                  <a:gd name="connsiteY8" fmla="*/ 94555 h 125846"/>
                  <a:gd name="connsiteX9" fmla="*/ 80134 w 121651"/>
                  <a:gd name="connsiteY9" fmla="*/ 76540 h 125846"/>
                  <a:gd name="connsiteX10" fmla="*/ 80134 w 121651"/>
                  <a:gd name="connsiteY10" fmla="*/ 0 h 125846"/>
                  <a:gd name="connsiteX11" fmla="*/ 121652 w 121651"/>
                  <a:gd name="connsiteY11" fmla="*/ 0 h 125846"/>
                  <a:gd name="connsiteX12" fmla="*/ 121652 w 121651"/>
                  <a:gd name="connsiteY12" fmla="*/ 124416 h 125846"/>
                  <a:gd name="connsiteX13" fmla="*/ 81346 w 121651"/>
                  <a:gd name="connsiteY13" fmla="*/ 124416 h 125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651" h="125846">
                    <a:moveTo>
                      <a:pt x="81333" y="124430"/>
                    </a:moveTo>
                    <a:lnTo>
                      <a:pt x="82790" y="100492"/>
                    </a:lnTo>
                    <a:lnTo>
                      <a:pt x="80856" y="100492"/>
                    </a:lnTo>
                    <a:cubicBezTo>
                      <a:pt x="75055" y="119691"/>
                      <a:pt x="60581" y="125846"/>
                      <a:pt x="42961" y="125846"/>
                    </a:cubicBezTo>
                    <a:cubicBezTo>
                      <a:pt x="17865" y="125846"/>
                      <a:pt x="0" y="115416"/>
                      <a:pt x="0" y="85091"/>
                    </a:cubicBez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4184"/>
                    </a:lnTo>
                    <a:cubicBezTo>
                      <a:pt x="41517" y="85554"/>
                      <a:pt x="42729" y="94555"/>
                      <a:pt x="56727" y="94555"/>
                    </a:cubicBezTo>
                    <a:cubicBezTo>
                      <a:pt x="67825" y="94555"/>
                      <a:pt x="80134" y="88863"/>
                      <a:pt x="80134" y="76540"/>
                    </a:cubicBezTo>
                    <a:lnTo>
                      <a:pt x="80134" y="0"/>
                    </a:lnTo>
                    <a:lnTo>
                      <a:pt x="121652" y="0"/>
                    </a:lnTo>
                    <a:lnTo>
                      <a:pt x="121652" y="124416"/>
                    </a:lnTo>
                    <a:lnTo>
                      <a:pt x="81346" y="12441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E04BA2CC-A357-3B72-B776-C748B4C35193}"/>
                  </a:ext>
                </a:extLst>
              </p:cNvPr>
              <p:cNvSpPr/>
              <p:nvPr/>
            </p:nvSpPr>
            <p:spPr>
              <a:xfrm>
                <a:off x="4648403" y="2534548"/>
                <a:ext cx="124048" cy="127235"/>
              </a:xfrm>
              <a:custGeom>
                <a:avLst/>
                <a:gdLst>
                  <a:gd name="connsiteX0" fmla="*/ 78909 w 124048"/>
                  <a:gd name="connsiteY0" fmla="*/ 36711 h 127235"/>
                  <a:gd name="connsiteX1" fmla="*/ 62024 w 124048"/>
                  <a:gd name="connsiteY1" fmla="*/ 26280 h 127235"/>
                  <a:gd name="connsiteX2" fmla="*/ 40292 w 124048"/>
                  <a:gd name="connsiteY2" fmla="*/ 36234 h 127235"/>
                  <a:gd name="connsiteX3" fmla="*/ 62024 w 124048"/>
                  <a:gd name="connsiteY3" fmla="*/ 47128 h 127235"/>
                  <a:gd name="connsiteX4" fmla="*/ 124048 w 124048"/>
                  <a:gd name="connsiteY4" fmla="*/ 85282 h 127235"/>
                  <a:gd name="connsiteX5" fmla="*/ 62024 w 124048"/>
                  <a:gd name="connsiteY5" fmla="*/ 127235 h 127235"/>
                  <a:gd name="connsiteX6" fmla="*/ 0 w 124048"/>
                  <a:gd name="connsiteY6" fmla="*/ 86943 h 127235"/>
                  <a:gd name="connsiteX7" fmla="*/ 41504 w 124048"/>
                  <a:gd name="connsiteY7" fmla="*/ 86943 h 127235"/>
                  <a:gd name="connsiteX8" fmla="*/ 62024 w 124048"/>
                  <a:gd name="connsiteY8" fmla="*/ 100927 h 127235"/>
                  <a:gd name="connsiteX9" fmla="*/ 83743 w 124048"/>
                  <a:gd name="connsiteY9" fmla="*/ 90034 h 127235"/>
                  <a:gd name="connsiteX10" fmla="*/ 62024 w 124048"/>
                  <a:gd name="connsiteY10" fmla="*/ 77725 h 127235"/>
                  <a:gd name="connsiteX11" fmla="*/ 0 w 124048"/>
                  <a:gd name="connsiteY11" fmla="*/ 40755 h 127235"/>
                  <a:gd name="connsiteX12" fmla="*/ 62024 w 124048"/>
                  <a:gd name="connsiteY12" fmla="*/ 0 h 127235"/>
                  <a:gd name="connsiteX13" fmla="*/ 118016 w 124048"/>
                  <a:gd name="connsiteY13" fmla="*/ 30801 h 127235"/>
                  <a:gd name="connsiteX14" fmla="*/ 118016 w 124048"/>
                  <a:gd name="connsiteY14" fmla="*/ 36724 h 127235"/>
                  <a:gd name="connsiteX15" fmla="*/ 78909 w 124048"/>
                  <a:gd name="connsiteY15" fmla="*/ 36724 h 127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4048" h="127235">
                    <a:moveTo>
                      <a:pt x="78909" y="36711"/>
                    </a:moveTo>
                    <a:cubicBezTo>
                      <a:pt x="77479" y="26280"/>
                      <a:pt x="68533" y="26280"/>
                      <a:pt x="62024" y="26280"/>
                    </a:cubicBezTo>
                    <a:cubicBezTo>
                      <a:pt x="40292" y="26280"/>
                      <a:pt x="40292" y="28895"/>
                      <a:pt x="40292" y="36234"/>
                    </a:cubicBezTo>
                    <a:cubicBezTo>
                      <a:pt x="40292" y="42389"/>
                      <a:pt x="40782" y="46665"/>
                      <a:pt x="62024" y="47128"/>
                    </a:cubicBezTo>
                    <a:cubicBezTo>
                      <a:pt x="104985" y="48081"/>
                      <a:pt x="124048" y="50450"/>
                      <a:pt x="124048" y="85282"/>
                    </a:cubicBezTo>
                    <a:cubicBezTo>
                      <a:pt x="124048" y="120114"/>
                      <a:pt x="95317" y="127235"/>
                      <a:pt x="62024" y="127235"/>
                    </a:cubicBezTo>
                    <a:cubicBezTo>
                      <a:pt x="28731" y="127235"/>
                      <a:pt x="0" y="127943"/>
                      <a:pt x="0" y="86943"/>
                    </a:cubicBezTo>
                    <a:lnTo>
                      <a:pt x="41504" y="86943"/>
                    </a:lnTo>
                    <a:cubicBezTo>
                      <a:pt x="41504" y="100927"/>
                      <a:pt x="51880" y="100927"/>
                      <a:pt x="62024" y="100927"/>
                    </a:cubicBezTo>
                    <a:cubicBezTo>
                      <a:pt x="80843" y="100927"/>
                      <a:pt x="83743" y="99756"/>
                      <a:pt x="83743" y="90034"/>
                    </a:cubicBezTo>
                    <a:cubicBezTo>
                      <a:pt x="83743" y="77725"/>
                      <a:pt x="76499" y="77725"/>
                      <a:pt x="62024" y="77725"/>
                    </a:cubicBezTo>
                    <a:cubicBezTo>
                      <a:pt x="9409" y="77725"/>
                      <a:pt x="0" y="66109"/>
                      <a:pt x="0" y="40755"/>
                    </a:cubicBezTo>
                    <a:cubicBezTo>
                      <a:pt x="0" y="708"/>
                      <a:pt x="26784" y="0"/>
                      <a:pt x="62024" y="0"/>
                    </a:cubicBezTo>
                    <a:cubicBezTo>
                      <a:pt x="85186" y="0"/>
                      <a:pt x="118016" y="231"/>
                      <a:pt x="118016" y="30801"/>
                    </a:cubicBezTo>
                    <a:lnTo>
                      <a:pt x="118016" y="36724"/>
                    </a:lnTo>
                    <a:lnTo>
                      <a:pt x="78909" y="36724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33E60B1-A9B5-1562-016A-57A5D2DDD9D7}"/>
                  </a:ext>
                </a:extLst>
              </p:cNvPr>
              <p:cNvSpPr/>
              <p:nvPr/>
            </p:nvSpPr>
            <p:spPr>
              <a:xfrm>
                <a:off x="4780418" y="2482641"/>
                <a:ext cx="143356" cy="177712"/>
              </a:xfrm>
              <a:custGeom>
                <a:avLst/>
                <a:gdLst>
                  <a:gd name="connsiteX0" fmla="*/ 94609 w 143356"/>
                  <a:gd name="connsiteY0" fmla="*/ 177712 h 177712"/>
                  <a:gd name="connsiteX1" fmla="*/ 46338 w 143356"/>
                  <a:gd name="connsiteY1" fmla="*/ 177712 h 177712"/>
                  <a:gd name="connsiteX2" fmla="*/ 46338 w 143356"/>
                  <a:gd name="connsiteY2" fmla="*/ 41218 h 177712"/>
                  <a:gd name="connsiteX3" fmla="*/ 0 w 143356"/>
                  <a:gd name="connsiteY3" fmla="*/ 41218 h 177712"/>
                  <a:gd name="connsiteX4" fmla="*/ 0 w 143356"/>
                  <a:gd name="connsiteY4" fmla="*/ 0 h 177712"/>
                  <a:gd name="connsiteX5" fmla="*/ 143357 w 143356"/>
                  <a:gd name="connsiteY5" fmla="*/ 0 h 177712"/>
                  <a:gd name="connsiteX6" fmla="*/ 143357 w 143356"/>
                  <a:gd name="connsiteY6" fmla="*/ 41218 h 177712"/>
                  <a:gd name="connsiteX7" fmla="*/ 94609 w 143356"/>
                  <a:gd name="connsiteY7" fmla="*/ 41218 h 177712"/>
                  <a:gd name="connsiteX8" fmla="*/ 94609 w 143356"/>
                  <a:gd name="connsiteY8" fmla="*/ 177712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3356" h="177712">
                    <a:moveTo>
                      <a:pt x="94609" y="177712"/>
                    </a:moveTo>
                    <a:lnTo>
                      <a:pt x="46338" y="177712"/>
                    </a:lnTo>
                    <a:lnTo>
                      <a:pt x="46338" y="41218"/>
                    </a:lnTo>
                    <a:lnTo>
                      <a:pt x="0" y="41218"/>
                    </a:lnTo>
                    <a:lnTo>
                      <a:pt x="0" y="0"/>
                    </a:lnTo>
                    <a:lnTo>
                      <a:pt x="143357" y="0"/>
                    </a:lnTo>
                    <a:lnTo>
                      <a:pt x="143357" y="41218"/>
                    </a:lnTo>
                    <a:lnTo>
                      <a:pt x="94609" y="41218"/>
                    </a:lnTo>
                    <a:lnTo>
                      <a:pt x="94609" y="17771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075CB41E-5F77-8FC7-F607-A1CF09FA38E7}"/>
                  </a:ext>
                </a:extLst>
              </p:cNvPr>
              <p:cNvSpPr/>
              <p:nvPr/>
            </p:nvSpPr>
            <p:spPr>
              <a:xfrm>
                <a:off x="4917525" y="2534521"/>
                <a:ext cx="123830" cy="127248"/>
              </a:xfrm>
              <a:custGeom>
                <a:avLst/>
                <a:gdLst>
                  <a:gd name="connsiteX0" fmla="*/ 82313 w 123830"/>
                  <a:gd name="connsiteY0" fmla="*/ 48108 h 127248"/>
                  <a:gd name="connsiteX1" fmla="*/ 61303 w 123830"/>
                  <a:gd name="connsiteY1" fmla="*/ 28432 h 127248"/>
                  <a:gd name="connsiteX2" fmla="*/ 41517 w 123830"/>
                  <a:gd name="connsiteY2" fmla="*/ 48108 h 127248"/>
                  <a:gd name="connsiteX3" fmla="*/ 82313 w 123830"/>
                  <a:gd name="connsiteY3" fmla="*/ 48108 h 127248"/>
                  <a:gd name="connsiteX4" fmla="*/ 123817 w 123830"/>
                  <a:gd name="connsiteY4" fmla="*/ 84369 h 127248"/>
                  <a:gd name="connsiteX5" fmla="*/ 106674 w 123830"/>
                  <a:gd name="connsiteY5" fmla="*/ 119909 h 127248"/>
                  <a:gd name="connsiteX6" fmla="*/ 62024 w 123830"/>
                  <a:gd name="connsiteY6" fmla="*/ 127249 h 127248"/>
                  <a:gd name="connsiteX7" fmla="*/ 0 w 123830"/>
                  <a:gd name="connsiteY7" fmla="*/ 63740 h 127248"/>
                  <a:gd name="connsiteX8" fmla="*/ 62024 w 123830"/>
                  <a:gd name="connsiteY8" fmla="*/ 0 h 127248"/>
                  <a:gd name="connsiteX9" fmla="*/ 123817 w 123830"/>
                  <a:gd name="connsiteY9" fmla="*/ 63740 h 127248"/>
                  <a:gd name="connsiteX10" fmla="*/ 123817 w 123830"/>
                  <a:gd name="connsiteY10" fmla="*/ 70617 h 127248"/>
                  <a:gd name="connsiteX11" fmla="*/ 41517 w 123830"/>
                  <a:gd name="connsiteY11" fmla="*/ 70617 h 127248"/>
                  <a:gd name="connsiteX12" fmla="*/ 62024 w 123830"/>
                  <a:gd name="connsiteY12" fmla="*/ 98803 h 127248"/>
                  <a:gd name="connsiteX13" fmla="*/ 83035 w 123830"/>
                  <a:gd name="connsiteY13" fmla="*/ 84356 h 127248"/>
                  <a:gd name="connsiteX14" fmla="*/ 123831 w 123830"/>
                  <a:gd name="connsiteY14" fmla="*/ 84356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3830" h="127248">
                    <a:moveTo>
                      <a:pt x="82313" y="48108"/>
                    </a:moveTo>
                    <a:cubicBezTo>
                      <a:pt x="82313" y="29616"/>
                      <a:pt x="75301" y="28432"/>
                      <a:pt x="61303" y="28432"/>
                    </a:cubicBezTo>
                    <a:cubicBezTo>
                      <a:pt x="46583" y="28432"/>
                      <a:pt x="41994" y="31754"/>
                      <a:pt x="41517" y="48108"/>
                    </a:cubicBezTo>
                    <a:lnTo>
                      <a:pt x="82313" y="48108"/>
                    </a:lnTo>
                    <a:close/>
                    <a:moveTo>
                      <a:pt x="123817" y="84369"/>
                    </a:moveTo>
                    <a:cubicBezTo>
                      <a:pt x="123817" y="103093"/>
                      <a:pt x="117540" y="113754"/>
                      <a:pt x="106674" y="119909"/>
                    </a:cubicBezTo>
                    <a:cubicBezTo>
                      <a:pt x="95807" y="125833"/>
                      <a:pt x="80366" y="127249"/>
                      <a:pt x="62024" y="127249"/>
                    </a:cubicBezTo>
                    <a:cubicBezTo>
                      <a:pt x="12064" y="127249"/>
                      <a:pt x="0" y="110187"/>
                      <a:pt x="0" y="63740"/>
                    </a:cubicBezTo>
                    <a:cubicBezTo>
                      <a:pt x="0" y="17293"/>
                      <a:pt x="11098" y="0"/>
                      <a:pt x="62024" y="0"/>
                    </a:cubicBezTo>
                    <a:cubicBezTo>
                      <a:pt x="109574" y="0"/>
                      <a:pt x="123817" y="13031"/>
                      <a:pt x="123817" y="63740"/>
                    </a:cubicBezTo>
                    <a:lnTo>
                      <a:pt x="123817" y="70617"/>
                    </a:lnTo>
                    <a:lnTo>
                      <a:pt x="41517" y="70617"/>
                    </a:lnTo>
                    <a:cubicBezTo>
                      <a:pt x="41517" y="92403"/>
                      <a:pt x="44894" y="98803"/>
                      <a:pt x="62024" y="98803"/>
                    </a:cubicBezTo>
                    <a:cubicBezTo>
                      <a:pt x="74824" y="98803"/>
                      <a:pt x="83035" y="97387"/>
                      <a:pt x="83035" y="84356"/>
                    </a:cubicBezTo>
                    <a:lnTo>
                      <a:pt x="123831" y="8435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8A247369-19C4-F0B7-8CA8-047E46D42DA2}"/>
                  </a:ext>
                </a:extLst>
              </p:cNvPr>
              <p:cNvSpPr/>
              <p:nvPr/>
            </p:nvSpPr>
            <p:spPr>
              <a:xfrm>
                <a:off x="5056306" y="2534521"/>
                <a:ext cx="121883" cy="127248"/>
              </a:xfrm>
              <a:custGeom>
                <a:avLst/>
                <a:gdLst>
                  <a:gd name="connsiteX0" fmla="*/ 121883 w 121883"/>
                  <a:gd name="connsiteY0" fmla="*/ 76077 h 127248"/>
                  <a:gd name="connsiteX1" fmla="*/ 107885 w 121883"/>
                  <a:gd name="connsiteY1" fmla="*/ 118956 h 127248"/>
                  <a:gd name="connsiteX2" fmla="*/ 60581 w 121883"/>
                  <a:gd name="connsiteY2" fmla="*/ 127249 h 127248"/>
                  <a:gd name="connsiteX3" fmla="*/ 0 w 121883"/>
                  <a:gd name="connsiteY3" fmla="*/ 63740 h 127248"/>
                  <a:gd name="connsiteX4" fmla="*/ 60581 w 121883"/>
                  <a:gd name="connsiteY4" fmla="*/ 0 h 127248"/>
                  <a:gd name="connsiteX5" fmla="*/ 121883 w 121883"/>
                  <a:gd name="connsiteY5" fmla="*/ 48094 h 127248"/>
                  <a:gd name="connsiteX6" fmla="*/ 80352 w 121883"/>
                  <a:gd name="connsiteY6" fmla="*/ 48094 h 127248"/>
                  <a:gd name="connsiteX7" fmla="*/ 76975 w 121883"/>
                  <a:gd name="connsiteY7" fmla="*/ 34818 h 127248"/>
                  <a:gd name="connsiteX8" fmla="*/ 60567 w 121883"/>
                  <a:gd name="connsiteY8" fmla="*/ 31250 h 127248"/>
                  <a:gd name="connsiteX9" fmla="*/ 41504 w 121883"/>
                  <a:gd name="connsiteY9" fmla="*/ 63726 h 127248"/>
                  <a:gd name="connsiteX10" fmla="*/ 60567 w 121883"/>
                  <a:gd name="connsiteY10" fmla="*/ 95957 h 127248"/>
                  <a:gd name="connsiteX11" fmla="*/ 80352 w 121883"/>
                  <a:gd name="connsiteY11" fmla="*/ 76050 h 127248"/>
                  <a:gd name="connsiteX12" fmla="*/ 121883 w 121883"/>
                  <a:gd name="connsiteY12" fmla="*/ 76050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1883" h="127248">
                    <a:moveTo>
                      <a:pt x="121883" y="76077"/>
                    </a:moveTo>
                    <a:cubicBezTo>
                      <a:pt x="121883" y="99293"/>
                      <a:pt x="117785" y="112093"/>
                      <a:pt x="107885" y="118956"/>
                    </a:cubicBezTo>
                    <a:cubicBezTo>
                      <a:pt x="98231" y="126064"/>
                      <a:pt x="83021" y="127249"/>
                      <a:pt x="60581" y="127249"/>
                    </a:cubicBezTo>
                    <a:cubicBezTo>
                      <a:pt x="11588" y="127249"/>
                      <a:pt x="0" y="112788"/>
                      <a:pt x="0" y="63740"/>
                    </a:cubicBezTo>
                    <a:cubicBezTo>
                      <a:pt x="0" y="21555"/>
                      <a:pt x="8701" y="0"/>
                      <a:pt x="60581" y="0"/>
                    </a:cubicBezTo>
                    <a:cubicBezTo>
                      <a:pt x="97019" y="0"/>
                      <a:pt x="121883" y="3785"/>
                      <a:pt x="121883" y="48094"/>
                    </a:cubicBezTo>
                    <a:lnTo>
                      <a:pt x="80352" y="48094"/>
                    </a:lnTo>
                    <a:cubicBezTo>
                      <a:pt x="80597" y="41463"/>
                      <a:pt x="79889" y="37432"/>
                      <a:pt x="76975" y="34818"/>
                    </a:cubicBezTo>
                    <a:cubicBezTo>
                      <a:pt x="74075" y="32217"/>
                      <a:pt x="69255" y="31250"/>
                      <a:pt x="60567" y="31250"/>
                    </a:cubicBezTo>
                    <a:cubicBezTo>
                      <a:pt x="45848" y="31250"/>
                      <a:pt x="41504" y="35295"/>
                      <a:pt x="41504" y="63726"/>
                    </a:cubicBezTo>
                    <a:cubicBezTo>
                      <a:pt x="41504" y="92158"/>
                      <a:pt x="44881" y="95957"/>
                      <a:pt x="60567" y="95957"/>
                    </a:cubicBezTo>
                    <a:cubicBezTo>
                      <a:pt x="79386" y="95957"/>
                      <a:pt x="80352" y="91450"/>
                      <a:pt x="80352" y="76050"/>
                    </a:cubicBezTo>
                    <a:lnTo>
                      <a:pt x="121883" y="760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41B02D3C-7E72-1214-5671-699C8D338217}"/>
                  </a:ext>
                </a:extLst>
              </p:cNvPr>
              <p:cNvSpPr/>
              <p:nvPr/>
            </p:nvSpPr>
            <p:spPr>
              <a:xfrm>
                <a:off x="5197022" y="2482641"/>
                <a:ext cx="121883" cy="177726"/>
              </a:xfrm>
              <a:custGeom>
                <a:avLst/>
                <a:gdLst>
                  <a:gd name="connsiteX0" fmla="*/ 41504 w 121883"/>
                  <a:gd name="connsiteY0" fmla="*/ 76526 h 177726"/>
                  <a:gd name="connsiteX1" fmla="*/ 43192 w 121883"/>
                  <a:gd name="connsiteY1" fmla="*/ 76526 h 177726"/>
                  <a:gd name="connsiteX2" fmla="*/ 81088 w 121883"/>
                  <a:gd name="connsiteY2" fmla="*/ 51893 h 177726"/>
                  <a:gd name="connsiteX3" fmla="*/ 121883 w 121883"/>
                  <a:gd name="connsiteY3" fmla="*/ 91709 h 177726"/>
                  <a:gd name="connsiteX4" fmla="*/ 121883 w 121883"/>
                  <a:gd name="connsiteY4" fmla="*/ 177726 h 177726"/>
                  <a:gd name="connsiteX5" fmla="*/ 80366 w 121883"/>
                  <a:gd name="connsiteY5" fmla="*/ 177726 h 177726"/>
                  <a:gd name="connsiteX6" fmla="*/ 80366 w 121883"/>
                  <a:gd name="connsiteY6" fmla="*/ 101173 h 177726"/>
                  <a:gd name="connsiteX7" fmla="*/ 63236 w 121883"/>
                  <a:gd name="connsiteY7" fmla="*/ 83158 h 177726"/>
                  <a:gd name="connsiteX8" fmla="*/ 41517 w 121883"/>
                  <a:gd name="connsiteY8" fmla="*/ 109234 h 177726"/>
                  <a:gd name="connsiteX9" fmla="*/ 41517 w 121883"/>
                  <a:gd name="connsiteY9" fmla="*/ 177726 h 177726"/>
                  <a:gd name="connsiteX10" fmla="*/ 0 w 121883"/>
                  <a:gd name="connsiteY10" fmla="*/ 177726 h 177726"/>
                  <a:gd name="connsiteX11" fmla="*/ 0 w 121883"/>
                  <a:gd name="connsiteY11" fmla="*/ 0 h 177726"/>
                  <a:gd name="connsiteX12" fmla="*/ 41517 w 121883"/>
                  <a:gd name="connsiteY12" fmla="*/ 0 h 177726"/>
                  <a:gd name="connsiteX13" fmla="*/ 41517 w 121883"/>
                  <a:gd name="connsiteY13" fmla="*/ 76526 h 177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883" h="177726">
                    <a:moveTo>
                      <a:pt x="41504" y="76526"/>
                    </a:moveTo>
                    <a:lnTo>
                      <a:pt x="43192" y="76526"/>
                    </a:lnTo>
                    <a:cubicBezTo>
                      <a:pt x="49225" y="56864"/>
                      <a:pt x="61548" y="51893"/>
                      <a:pt x="81088" y="51893"/>
                    </a:cubicBezTo>
                    <a:cubicBezTo>
                      <a:pt x="109084" y="51893"/>
                      <a:pt x="121883" y="64925"/>
                      <a:pt x="121883" y="91709"/>
                    </a:cubicBezTo>
                    <a:lnTo>
                      <a:pt x="121883" y="177726"/>
                    </a:lnTo>
                    <a:lnTo>
                      <a:pt x="80366" y="177726"/>
                    </a:lnTo>
                    <a:lnTo>
                      <a:pt x="80366" y="101173"/>
                    </a:lnTo>
                    <a:cubicBezTo>
                      <a:pt x="80134" y="89095"/>
                      <a:pt x="76744" y="83158"/>
                      <a:pt x="63236" y="83158"/>
                    </a:cubicBezTo>
                    <a:cubicBezTo>
                      <a:pt x="44663" y="83158"/>
                      <a:pt x="41517" y="94065"/>
                      <a:pt x="41517" y="109234"/>
                    </a:cubicBezTo>
                    <a:lnTo>
                      <a:pt x="41517" y="177726"/>
                    </a:lnTo>
                    <a:lnTo>
                      <a:pt x="0" y="177726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652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A628709-4E9C-23AB-32DA-AE4D49831816}"/>
                </a:ext>
              </a:extLst>
            </p:cNvPr>
            <p:cNvGrpSpPr/>
            <p:nvPr/>
          </p:nvGrpSpPr>
          <p:grpSpPr>
            <a:xfrm>
              <a:off x="3824442" y="2481552"/>
              <a:ext cx="179889" cy="179891"/>
              <a:chOff x="3824442" y="2481552"/>
              <a:chExt cx="179889" cy="179891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AEB0C77C-6221-ABC2-5110-40AC4D0FEDF9}"/>
                  </a:ext>
                </a:extLst>
              </p:cNvPr>
              <p:cNvSpPr/>
              <p:nvPr/>
            </p:nvSpPr>
            <p:spPr>
              <a:xfrm>
                <a:off x="382444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2E747743-EE07-FF9A-4770-195537B00759}"/>
                  </a:ext>
                </a:extLst>
              </p:cNvPr>
              <p:cNvSpPr/>
              <p:nvPr/>
            </p:nvSpPr>
            <p:spPr>
              <a:xfrm>
                <a:off x="3887569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7671F02D-74B8-4B90-6313-73AB1A936448}"/>
                  </a:ext>
                </a:extLst>
              </p:cNvPr>
              <p:cNvSpPr/>
              <p:nvPr/>
            </p:nvSpPr>
            <p:spPr>
              <a:xfrm>
                <a:off x="395068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81F8C9C6-6B46-D1F4-3CC9-5693A784A13A}"/>
                  </a:ext>
                </a:extLst>
              </p:cNvPr>
              <p:cNvSpPr/>
              <p:nvPr/>
            </p:nvSpPr>
            <p:spPr>
              <a:xfrm>
                <a:off x="382444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083E81AB-D6E7-8CF9-6E66-27C70F42BF0C}"/>
                  </a:ext>
                </a:extLst>
              </p:cNvPr>
              <p:cNvSpPr/>
              <p:nvPr/>
            </p:nvSpPr>
            <p:spPr>
              <a:xfrm>
                <a:off x="3887569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A7A1772A-0C05-408B-17BC-D038DD755051}"/>
                  </a:ext>
                </a:extLst>
              </p:cNvPr>
              <p:cNvSpPr/>
              <p:nvPr/>
            </p:nvSpPr>
            <p:spPr>
              <a:xfrm>
                <a:off x="395068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0BF59B3-8E3A-22E1-3EE5-F2C4A9B01ADA}"/>
                  </a:ext>
                </a:extLst>
              </p:cNvPr>
              <p:cNvSpPr/>
              <p:nvPr/>
            </p:nvSpPr>
            <p:spPr>
              <a:xfrm>
                <a:off x="382444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1648C820-F6BF-4FA6-3170-2CD619AE9943}"/>
                  </a:ext>
                </a:extLst>
              </p:cNvPr>
              <p:cNvSpPr/>
              <p:nvPr/>
            </p:nvSpPr>
            <p:spPr>
              <a:xfrm>
                <a:off x="3887569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2A0ADF97-4AB5-4AE6-B455-B7FA8ECCFA26}"/>
                  </a:ext>
                </a:extLst>
              </p:cNvPr>
              <p:cNvSpPr/>
              <p:nvPr/>
            </p:nvSpPr>
            <p:spPr>
              <a:xfrm>
                <a:off x="395068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219C839A-BCF8-1CEE-AE41-0696F20B0989}"/>
              </a:ext>
            </a:extLst>
          </p:cNvPr>
          <p:cNvSpPr txBox="1">
            <a:spLocks/>
          </p:cNvSpPr>
          <p:nvPr userDrawn="1"/>
        </p:nvSpPr>
        <p:spPr>
          <a:xfrm>
            <a:off x="8757480" y="4806255"/>
            <a:ext cx="14908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37A3306-72CE-48AC-9363-0EAE74D66663}" type="slidenum">
              <a:rPr lang="en-IN" sz="800" smtClean="0">
                <a:solidFill>
                  <a:schemeClr val="bg1"/>
                </a:solidFill>
              </a:rPr>
              <a:pPr algn="r"/>
              <a:t>‹#›</a:t>
            </a:fld>
            <a:endParaRPr lang="en-IN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63430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Content_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AE8B7343-557D-F25B-8BBC-0F148C4E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40" y="308506"/>
            <a:ext cx="8669120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FD12A8C-5D71-1C71-45D3-B27211CBDB50}"/>
              </a:ext>
            </a:extLst>
          </p:cNvPr>
          <p:cNvSpPr txBox="1">
            <a:spLocks/>
          </p:cNvSpPr>
          <p:nvPr userDrawn="1"/>
        </p:nvSpPr>
        <p:spPr>
          <a:xfrm>
            <a:off x="8757480" y="4806255"/>
            <a:ext cx="14908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37A3306-72CE-48AC-9363-0EAE74D66663}" type="slidenum">
              <a:rPr lang="en-IN" sz="800" smtClean="0">
                <a:solidFill>
                  <a:schemeClr val="bg1"/>
                </a:solidFill>
              </a:rPr>
              <a:pPr algn="r"/>
              <a:t>‹#›</a:t>
            </a:fld>
            <a:endParaRPr lang="en-IN" sz="800">
              <a:solidFill>
                <a:schemeClr val="bg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82DAC0-0608-87E0-C8C9-A253D58150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8125" y="668257"/>
            <a:ext cx="8667750" cy="15234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+mn-lt"/>
                <a:cs typeface="Bai Jamjuree" panose="00000500000000000000" pitchFamily="2" charset="-34"/>
              </a:defRPr>
            </a:lvl1pPr>
            <a:lvl2pPr marL="342900" indent="0">
              <a:buNone/>
              <a:defRPr sz="1100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2pPr>
            <a:lvl3pPr marL="685800" indent="0">
              <a:buNone/>
              <a:defRPr sz="1100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3pPr>
            <a:lvl4pPr marL="1028700" indent="0">
              <a:buNone/>
              <a:defRPr sz="1100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4pPr>
            <a:lvl5pPr marL="1371600" indent="0">
              <a:buNone/>
              <a:defRPr sz="1100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4D0EEA5-8F30-7190-EE9A-F908ED58694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9088" y="1449387"/>
            <a:ext cx="1728787" cy="17280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FA227985-96DA-7D49-8362-F500A1178DF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605088" y="1449387"/>
            <a:ext cx="1728787" cy="17280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85B155DD-3E7F-4E0B-3A89-BA748BD970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91088" y="1449387"/>
            <a:ext cx="1728787" cy="17280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272211BA-EDCC-0341-31A3-7C54C057B6B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77088" y="1449387"/>
            <a:ext cx="1728787" cy="17280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3A82E29-2567-65AF-1962-61B06301FB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33393" y="4804408"/>
            <a:ext cx="1042737" cy="126000"/>
            <a:chOff x="3824442" y="2481198"/>
            <a:chExt cx="1494463" cy="18058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89EF378-9825-3C47-2935-C755DAD2FA90}"/>
                </a:ext>
              </a:extLst>
            </p:cNvPr>
            <p:cNvGrpSpPr/>
            <p:nvPr/>
          </p:nvGrpSpPr>
          <p:grpSpPr>
            <a:xfrm>
              <a:off x="4083922" y="2481198"/>
              <a:ext cx="1234983" cy="180585"/>
              <a:chOff x="4083922" y="2481198"/>
              <a:chExt cx="1234983" cy="180585"/>
            </a:xfrm>
          </p:grpSpPr>
          <p:sp>
            <p:nvSpPr>
              <p:cNvPr id="31" name="Freeform: Shape 19">
                <a:extLst>
                  <a:ext uri="{FF2B5EF4-FFF2-40B4-BE49-F238E27FC236}">
                    <a16:creationId xmlns:a16="http://schemas.microsoft.com/office/drawing/2014/main" id="{E9BA58AC-D3D4-3436-B3EE-5E5196C590BE}"/>
                  </a:ext>
                </a:extLst>
              </p:cNvPr>
              <p:cNvSpPr/>
              <p:nvPr/>
            </p:nvSpPr>
            <p:spPr>
              <a:xfrm>
                <a:off x="4083922" y="2481198"/>
                <a:ext cx="159274" cy="180558"/>
              </a:xfrm>
              <a:custGeom>
                <a:avLst/>
                <a:gdLst>
                  <a:gd name="connsiteX0" fmla="*/ 159275 w 159274"/>
                  <a:gd name="connsiteY0" fmla="*/ 111848 h 180558"/>
                  <a:gd name="connsiteX1" fmla="*/ 159275 w 159274"/>
                  <a:gd name="connsiteY1" fmla="*/ 117063 h 180558"/>
                  <a:gd name="connsiteX2" fmla="*/ 142622 w 159274"/>
                  <a:gd name="connsiteY2" fmla="*/ 167541 h 180558"/>
                  <a:gd name="connsiteX3" fmla="*/ 85186 w 159274"/>
                  <a:gd name="connsiteY3" fmla="*/ 180558 h 180558"/>
                  <a:gd name="connsiteX4" fmla="*/ 0 w 159274"/>
                  <a:gd name="connsiteY4" fmla="*/ 113264 h 180558"/>
                  <a:gd name="connsiteX5" fmla="*/ 0 w 159274"/>
                  <a:gd name="connsiteY5" fmla="*/ 67294 h 180558"/>
                  <a:gd name="connsiteX6" fmla="*/ 85186 w 159274"/>
                  <a:gd name="connsiteY6" fmla="*/ 0 h 180558"/>
                  <a:gd name="connsiteX7" fmla="*/ 159043 w 159274"/>
                  <a:gd name="connsiteY7" fmla="*/ 58307 h 180558"/>
                  <a:gd name="connsiteX8" fmla="*/ 159043 w 159274"/>
                  <a:gd name="connsiteY8" fmla="*/ 65183 h 180558"/>
                  <a:gd name="connsiteX9" fmla="*/ 109315 w 159274"/>
                  <a:gd name="connsiteY9" fmla="*/ 65183 h 180558"/>
                  <a:gd name="connsiteX10" fmla="*/ 109315 w 159274"/>
                  <a:gd name="connsiteY10" fmla="*/ 58307 h 180558"/>
                  <a:gd name="connsiteX11" fmla="*/ 79876 w 159274"/>
                  <a:gd name="connsiteY11" fmla="*/ 41232 h 180558"/>
                  <a:gd name="connsiteX12" fmla="*/ 49701 w 159274"/>
                  <a:gd name="connsiteY12" fmla="*/ 74892 h 180558"/>
                  <a:gd name="connsiteX13" fmla="*/ 49701 w 159274"/>
                  <a:gd name="connsiteY13" fmla="*/ 102616 h 180558"/>
                  <a:gd name="connsiteX14" fmla="*/ 79876 w 159274"/>
                  <a:gd name="connsiteY14" fmla="*/ 139354 h 180558"/>
                  <a:gd name="connsiteX15" fmla="*/ 109560 w 159274"/>
                  <a:gd name="connsiteY15" fmla="*/ 117091 h 180558"/>
                  <a:gd name="connsiteX16" fmla="*/ 109560 w 159274"/>
                  <a:gd name="connsiteY16" fmla="*/ 111875 h 180558"/>
                  <a:gd name="connsiteX17" fmla="*/ 159275 w 159274"/>
                  <a:gd name="connsiteY17" fmla="*/ 111875 h 180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9274" h="180558">
                    <a:moveTo>
                      <a:pt x="159275" y="111848"/>
                    </a:moveTo>
                    <a:lnTo>
                      <a:pt x="159275" y="117063"/>
                    </a:lnTo>
                    <a:cubicBezTo>
                      <a:pt x="159275" y="136481"/>
                      <a:pt x="159030" y="154019"/>
                      <a:pt x="142622" y="167541"/>
                    </a:cubicBezTo>
                    <a:cubicBezTo>
                      <a:pt x="126200" y="180803"/>
                      <a:pt x="106183" y="180558"/>
                      <a:pt x="85186" y="180558"/>
                    </a:cubicBezTo>
                    <a:cubicBezTo>
                      <a:pt x="35948" y="180558"/>
                      <a:pt x="0" y="178189"/>
                      <a:pt x="0" y="113264"/>
                    </a:cubicBezTo>
                    <a:lnTo>
                      <a:pt x="0" y="67294"/>
                    </a:lnTo>
                    <a:cubicBezTo>
                      <a:pt x="-14" y="8538"/>
                      <a:pt x="32081" y="0"/>
                      <a:pt x="85186" y="0"/>
                    </a:cubicBezTo>
                    <a:cubicBezTo>
                      <a:pt x="134901" y="0"/>
                      <a:pt x="158077" y="4970"/>
                      <a:pt x="159043" y="58307"/>
                    </a:cubicBezTo>
                    <a:lnTo>
                      <a:pt x="159043" y="65183"/>
                    </a:lnTo>
                    <a:lnTo>
                      <a:pt x="109315" y="65183"/>
                    </a:lnTo>
                    <a:lnTo>
                      <a:pt x="109315" y="58307"/>
                    </a:lnTo>
                    <a:cubicBezTo>
                      <a:pt x="107640" y="42430"/>
                      <a:pt x="96284" y="41232"/>
                      <a:pt x="79876" y="41232"/>
                    </a:cubicBezTo>
                    <a:cubicBezTo>
                      <a:pt x="52356" y="41232"/>
                      <a:pt x="49701" y="49538"/>
                      <a:pt x="49701" y="74892"/>
                    </a:cubicBezTo>
                    <a:lnTo>
                      <a:pt x="49701" y="102616"/>
                    </a:lnTo>
                    <a:cubicBezTo>
                      <a:pt x="49701" y="129169"/>
                      <a:pt x="50913" y="139354"/>
                      <a:pt x="79876" y="139354"/>
                    </a:cubicBezTo>
                    <a:cubicBezTo>
                      <a:pt x="99906" y="139354"/>
                      <a:pt x="109560" y="137938"/>
                      <a:pt x="109560" y="117091"/>
                    </a:cubicBezTo>
                    <a:lnTo>
                      <a:pt x="109560" y="111875"/>
                    </a:lnTo>
                    <a:lnTo>
                      <a:pt x="159275" y="111875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2" name="Freeform: Shape 20">
                <a:extLst>
                  <a:ext uri="{FF2B5EF4-FFF2-40B4-BE49-F238E27FC236}">
                    <a16:creationId xmlns:a16="http://schemas.microsoft.com/office/drawing/2014/main" id="{D857B350-01F4-5BB9-0677-ABF55BE0C636}"/>
                  </a:ext>
                </a:extLst>
              </p:cNvPr>
              <p:cNvSpPr/>
              <p:nvPr/>
            </p:nvSpPr>
            <p:spPr>
              <a:xfrm>
                <a:off x="4261525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3" name="Freeform: Shape 21">
                <a:extLst>
                  <a:ext uri="{FF2B5EF4-FFF2-40B4-BE49-F238E27FC236}">
                    <a16:creationId xmlns:a16="http://schemas.microsoft.com/office/drawing/2014/main" id="{3BDCE60D-133C-7F63-28C7-0DE1D9F81B30}"/>
                  </a:ext>
                </a:extLst>
              </p:cNvPr>
              <p:cNvSpPr/>
              <p:nvPr/>
            </p:nvSpPr>
            <p:spPr>
              <a:xfrm>
                <a:off x="4316564" y="2509643"/>
                <a:ext cx="110540" cy="152126"/>
              </a:xfrm>
              <a:custGeom>
                <a:avLst/>
                <a:gdLst>
                  <a:gd name="connsiteX0" fmla="*/ 104985 w 110540"/>
                  <a:gd name="connsiteY0" fmla="*/ 56142 h 152126"/>
                  <a:gd name="connsiteX1" fmla="*/ 56959 w 110540"/>
                  <a:gd name="connsiteY1" fmla="*/ 56142 h 152126"/>
                  <a:gd name="connsiteX2" fmla="*/ 56959 w 110540"/>
                  <a:gd name="connsiteY2" fmla="*/ 111835 h 152126"/>
                  <a:gd name="connsiteX3" fmla="*/ 66382 w 110540"/>
                  <a:gd name="connsiteY3" fmla="*/ 122265 h 152126"/>
                  <a:gd name="connsiteX4" fmla="*/ 77234 w 110540"/>
                  <a:gd name="connsiteY4" fmla="*/ 106156 h 152126"/>
                  <a:gd name="connsiteX5" fmla="*/ 77479 w 110540"/>
                  <a:gd name="connsiteY5" fmla="*/ 99511 h 152126"/>
                  <a:gd name="connsiteX6" fmla="*/ 110541 w 110540"/>
                  <a:gd name="connsiteY6" fmla="*/ 99511 h 152126"/>
                  <a:gd name="connsiteX7" fmla="*/ 110541 w 110540"/>
                  <a:gd name="connsiteY7" fmla="*/ 110650 h 152126"/>
                  <a:gd name="connsiteX8" fmla="*/ 63958 w 110540"/>
                  <a:gd name="connsiteY8" fmla="*/ 152127 h 152126"/>
                  <a:gd name="connsiteX9" fmla="*/ 15455 w 110540"/>
                  <a:gd name="connsiteY9" fmla="*/ 117526 h 152126"/>
                  <a:gd name="connsiteX10" fmla="*/ 15455 w 110540"/>
                  <a:gd name="connsiteY10" fmla="*/ 56142 h 152126"/>
                  <a:gd name="connsiteX11" fmla="*/ 0 w 110540"/>
                  <a:gd name="connsiteY11" fmla="*/ 56142 h 152126"/>
                  <a:gd name="connsiteX12" fmla="*/ 0 w 110540"/>
                  <a:gd name="connsiteY12" fmla="*/ 26294 h 152126"/>
                  <a:gd name="connsiteX13" fmla="*/ 15455 w 110540"/>
                  <a:gd name="connsiteY13" fmla="*/ 26294 h 152126"/>
                  <a:gd name="connsiteX14" fmla="*/ 15455 w 110540"/>
                  <a:gd name="connsiteY14" fmla="*/ 0 h 152126"/>
                  <a:gd name="connsiteX15" fmla="*/ 56959 w 110540"/>
                  <a:gd name="connsiteY15" fmla="*/ 0 h 152126"/>
                  <a:gd name="connsiteX16" fmla="*/ 56959 w 110540"/>
                  <a:gd name="connsiteY16" fmla="*/ 26294 h 152126"/>
                  <a:gd name="connsiteX17" fmla="*/ 104985 w 110540"/>
                  <a:gd name="connsiteY17" fmla="*/ 26294 h 152126"/>
                  <a:gd name="connsiteX18" fmla="*/ 104985 w 110540"/>
                  <a:gd name="connsiteY18" fmla="*/ 56142 h 15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0540" h="152126">
                    <a:moveTo>
                      <a:pt x="104985" y="56142"/>
                    </a:moveTo>
                    <a:lnTo>
                      <a:pt x="56959" y="56142"/>
                    </a:lnTo>
                    <a:lnTo>
                      <a:pt x="56959" y="111835"/>
                    </a:lnTo>
                    <a:cubicBezTo>
                      <a:pt x="57204" y="119188"/>
                      <a:pt x="58674" y="122265"/>
                      <a:pt x="66382" y="122265"/>
                    </a:cubicBezTo>
                    <a:cubicBezTo>
                      <a:pt x="77234" y="122265"/>
                      <a:pt x="76758" y="114680"/>
                      <a:pt x="77234" y="106156"/>
                    </a:cubicBezTo>
                    <a:lnTo>
                      <a:pt x="77479" y="99511"/>
                    </a:lnTo>
                    <a:lnTo>
                      <a:pt x="110541" y="99511"/>
                    </a:lnTo>
                    <a:lnTo>
                      <a:pt x="110541" y="110650"/>
                    </a:lnTo>
                    <a:cubicBezTo>
                      <a:pt x="110541" y="144542"/>
                      <a:pt x="97741" y="152127"/>
                      <a:pt x="63958" y="152127"/>
                    </a:cubicBezTo>
                    <a:cubicBezTo>
                      <a:pt x="37419" y="152127"/>
                      <a:pt x="15455" y="148804"/>
                      <a:pt x="15455" y="117526"/>
                    </a:cubicBezTo>
                    <a:lnTo>
                      <a:pt x="15455" y="56142"/>
                    </a:lnTo>
                    <a:lnTo>
                      <a:pt x="0" y="56142"/>
                    </a:lnTo>
                    <a:lnTo>
                      <a:pt x="0" y="26294"/>
                    </a:lnTo>
                    <a:lnTo>
                      <a:pt x="15455" y="26294"/>
                    </a:lnTo>
                    <a:lnTo>
                      <a:pt x="15455" y="0"/>
                    </a:lnTo>
                    <a:lnTo>
                      <a:pt x="56959" y="0"/>
                    </a:lnTo>
                    <a:lnTo>
                      <a:pt x="56959" y="26294"/>
                    </a:lnTo>
                    <a:lnTo>
                      <a:pt x="104985" y="26294"/>
                    </a:lnTo>
                    <a:lnTo>
                      <a:pt x="104985" y="5614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4" name="Freeform: Shape 22">
                <a:extLst>
                  <a:ext uri="{FF2B5EF4-FFF2-40B4-BE49-F238E27FC236}">
                    <a16:creationId xmlns:a16="http://schemas.microsoft.com/office/drawing/2014/main" id="{A3177A9E-A480-0BD0-F3C7-36915A59AA79}"/>
                  </a:ext>
                </a:extLst>
              </p:cNvPr>
              <p:cNvSpPr/>
              <p:nvPr/>
            </p:nvSpPr>
            <p:spPr>
              <a:xfrm>
                <a:off x="4440599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5" name="Freeform: Shape 23">
                <a:extLst>
                  <a:ext uri="{FF2B5EF4-FFF2-40B4-BE49-F238E27FC236}">
                    <a16:creationId xmlns:a16="http://schemas.microsoft.com/office/drawing/2014/main" id="{487ED257-95F2-B988-6136-9D6AF80508FB}"/>
                  </a:ext>
                </a:extLst>
              </p:cNvPr>
              <p:cNvSpPr/>
              <p:nvPr/>
            </p:nvSpPr>
            <p:spPr>
              <a:xfrm>
                <a:off x="4504570" y="2535923"/>
                <a:ext cx="121651" cy="125846"/>
              </a:xfrm>
              <a:custGeom>
                <a:avLst/>
                <a:gdLst>
                  <a:gd name="connsiteX0" fmla="*/ 81333 w 121651"/>
                  <a:gd name="connsiteY0" fmla="*/ 124430 h 125846"/>
                  <a:gd name="connsiteX1" fmla="*/ 82790 w 121651"/>
                  <a:gd name="connsiteY1" fmla="*/ 100492 h 125846"/>
                  <a:gd name="connsiteX2" fmla="*/ 80856 w 121651"/>
                  <a:gd name="connsiteY2" fmla="*/ 100492 h 125846"/>
                  <a:gd name="connsiteX3" fmla="*/ 42961 w 121651"/>
                  <a:gd name="connsiteY3" fmla="*/ 125846 h 125846"/>
                  <a:gd name="connsiteX4" fmla="*/ 0 w 121651"/>
                  <a:gd name="connsiteY4" fmla="*/ 85091 h 125846"/>
                  <a:gd name="connsiteX5" fmla="*/ 0 w 121651"/>
                  <a:gd name="connsiteY5" fmla="*/ 0 h 125846"/>
                  <a:gd name="connsiteX6" fmla="*/ 41517 w 121651"/>
                  <a:gd name="connsiteY6" fmla="*/ 0 h 125846"/>
                  <a:gd name="connsiteX7" fmla="*/ 41517 w 121651"/>
                  <a:gd name="connsiteY7" fmla="*/ 74184 h 125846"/>
                  <a:gd name="connsiteX8" fmla="*/ 56727 w 121651"/>
                  <a:gd name="connsiteY8" fmla="*/ 94555 h 125846"/>
                  <a:gd name="connsiteX9" fmla="*/ 80134 w 121651"/>
                  <a:gd name="connsiteY9" fmla="*/ 76540 h 125846"/>
                  <a:gd name="connsiteX10" fmla="*/ 80134 w 121651"/>
                  <a:gd name="connsiteY10" fmla="*/ 0 h 125846"/>
                  <a:gd name="connsiteX11" fmla="*/ 121652 w 121651"/>
                  <a:gd name="connsiteY11" fmla="*/ 0 h 125846"/>
                  <a:gd name="connsiteX12" fmla="*/ 121652 w 121651"/>
                  <a:gd name="connsiteY12" fmla="*/ 124416 h 125846"/>
                  <a:gd name="connsiteX13" fmla="*/ 81346 w 121651"/>
                  <a:gd name="connsiteY13" fmla="*/ 124416 h 125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651" h="125846">
                    <a:moveTo>
                      <a:pt x="81333" y="124430"/>
                    </a:moveTo>
                    <a:lnTo>
                      <a:pt x="82790" y="100492"/>
                    </a:lnTo>
                    <a:lnTo>
                      <a:pt x="80856" y="100492"/>
                    </a:lnTo>
                    <a:cubicBezTo>
                      <a:pt x="75055" y="119691"/>
                      <a:pt x="60581" y="125846"/>
                      <a:pt x="42961" y="125846"/>
                    </a:cubicBezTo>
                    <a:cubicBezTo>
                      <a:pt x="17865" y="125846"/>
                      <a:pt x="0" y="115416"/>
                      <a:pt x="0" y="85091"/>
                    </a:cubicBez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4184"/>
                    </a:lnTo>
                    <a:cubicBezTo>
                      <a:pt x="41517" y="85554"/>
                      <a:pt x="42729" y="94555"/>
                      <a:pt x="56727" y="94555"/>
                    </a:cubicBezTo>
                    <a:cubicBezTo>
                      <a:pt x="67825" y="94555"/>
                      <a:pt x="80134" y="88863"/>
                      <a:pt x="80134" y="76540"/>
                    </a:cubicBezTo>
                    <a:lnTo>
                      <a:pt x="80134" y="0"/>
                    </a:lnTo>
                    <a:lnTo>
                      <a:pt x="121652" y="0"/>
                    </a:lnTo>
                    <a:lnTo>
                      <a:pt x="121652" y="124416"/>
                    </a:lnTo>
                    <a:lnTo>
                      <a:pt x="81346" y="12441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6" name="Freeform: Shape 24">
                <a:extLst>
                  <a:ext uri="{FF2B5EF4-FFF2-40B4-BE49-F238E27FC236}">
                    <a16:creationId xmlns:a16="http://schemas.microsoft.com/office/drawing/2014/main" id="{979AAF64-CA81-C273-D91B-896B9B5D9F48}"/>
                  </a:ext>
                </a:extLst>
              </p:cNvPr>
              <p:cNvSpPr/>
              <p:nvPr/>
            </p:nvSpPr>
            <p:spPr>
              <a:xfrm>
                <a:off x="4648403" y="2534548"/>
                <a:ext cx="124048" cy="127235"/>
              </a:xfrm>
              <a:custGeom>
                <a:avLst/>
                <a:gdLst>
                  <a:gd name="connsiteX0" fmla="*/ 78909 w 124048"/>
                  <a:gd name="connsiteY0" fmla="*/ 36711 h 127235"/>
                  <a:gd name="connsiteX1" fmla="*/ 62024 w 124048"/>
                  <a:gd name="connsiteY1" fmla="*/ 26280 h 127235"/>
                  <a:gd name="connsiteX2" fmla="*/ 40292 w 124048"/>
                  <a:gd name="connsiteY2" fmla="*/ 36234 h 127235"/>
                  <a:gd name="connsiteX3" fmla="*/ 62024 w 124048"/>
                  <a:gd name="connsiteY3" fmla="*/ 47128 h 127235"/>
                  <a:gd name="connsiteX4" fmla="*/ 124048 w 124048"/>
                  <a:gd name="connsiteY4" fmla="*/ 85282 h 127235"/>
                  <a:gd name="connsiteX5" fmla="*/ 62024 w 124048"/>
                  <a:gd name="connsiteY5" fmla="*/ 127235 h 127235"/>
                  <a:gd name="connsiteX6" fmla="*/ 0 w 124048"/>
                  <a:gd name="connsiteY6" fmla="*/ 86943 h 127235"/>
                  <a:gd name="connsiteX7" fmla="*/ 41504 w 124048"/>
                  <a:gd name="connsiteY7" fmla="*/ 86943 h 127235"/>
                  <a:gd name="connsiteX8" fmla="*/ 62024 w 124048"/>
                  <a:gd name="connsiteY8" fmla="*/ 100927 h 127235"/>
                  <a:gd name="connsiteX9" fmla="*/ 83743 w 124048"/>
                  <a:gd name="connsiteY9" fmla="*/ 90034 h 127235"/>
                  <a:gd name="connsiteX10" fmla="*/ 62024 w 124048"/>
                  <a:gd name="connsiteY10" fmla="*/ 77725 h 127235"/>
                  <a:gd name="connsiteX11" fmla="*/ 0 w 124048"/>
                  <a:gd name="connsiteY11" fmla="*/ 40755 h 127235"/>
                  <a:gd name="connsiteX12" fmla="*/ 62024 w 124048"/>
                  <a:gd name="connsiteY12" fmla="*/ 0 h 127235"/>
                  <a:gd name="connsiteX13" fmla="*/ 118016 w 124048"/>
                  <a:gd name="connsiteY13" fmla="*/ 30801 h 127235"/>
                  <a:gd name="connsiteX14" fmla="*/ 118016 w 124048"/>
                  <a:gd name="connsiteY14" fmla="*/ 36724 h 127235"/>
                  <a:gd name="connsiteX15" fmla="*/ 78909 w 124048"/>
                  <a:gd name="connsiteY15" fmla="*/ 36724 h 127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4048" h="127235">
                    <a:moveTo>
                      <a:pt x="78909" y="36711"/>
                    </a:moveTo>
                    <a:cubicBezTo>
                      <a:pt x="77479" y="26280"/>
                      <a:pt x="68533" y="26280"/>
                      <a:pt x="62024" y="26280"/>
                    </a:cubicBezTo>
                    <a:cubicBezTo>
                      <a:pt x="40292" y="26280"/>
                      <a:pt x="40292" y="28895"/>
                      <a:pt x="40292" y="36234"/>
                    </a:cubicBezTo>
                    <a:cubicBezTo>
                      <a:pt x="40292" y="42389"/>
                      <a:pt x="40782" y="46665"/>
                      <a:pt x="62024" y="47128"/>
                    </a:cubicBezTo>
                    <a:cubicBezTo>
                      <a:pt x="104985" y="48081"/>
                      <a:pt x="124048" y="50450"/>
                      <a:pt x="124048" y="85282"/>
                    </a:cubicBezTo>
                    <a:cubicBezTo>
                      <a:pt x="124048" y="120114"/>
                      <a:pt x="95317" y="127235"/>
                      <a:pt x="62024" y="127235"/>
                    </a:cubicBezTo>
                    <a:cubicBezTo>
                      <a:pt x="28731" y="127235"/>
                      <a:pt x="0" y="127943"/>
                      <a:pt x="0" y="86943"/>
                    </a:cubicBezTo>
                    <a:lnTo>
                      <a:pt x="41504" y="86943"/>
                    </a:lnTo>
                    <a:cubicBezTo>
                      <a:pt x="41504" y="100927"/>
                      <a:pt x="51880" y="100927"/>
                      <a:pt x="62024" y="100927"/>
                    </a:cubicBezTo>
                    <a:cubicBezTo>
                      <a:pt x="80843" y="100927"/>
                      <a:pt x="83743" y="99756"/>
                      <a:pt x="83743" y="90034"/>
                    </a:cubicBezTo>
                    <a:cubicBezTo>
                      <a:pt x="83743" y="77725"/>
                      <a:pt x="76499" y="77725"/>
                      <a:pt x="62024" y="77725"/>
                    </a:cubicBezTo>
                    <a:cubicBezTo>
                      <a:pt x="9409" y="77725"/>
                      <a:pt x="0" y="66109"/>
                      <a:pt x="0" y="40755"/>
                    </a:cubicBezTo>
                    <a:cubicBezTo>
                      <a:pt x="0" y="708"/>
                      <a:pt x="26784" y="0"/>
                      <a:pt x="62024" y="0"/>
                    </a:cubicBezTo>
                    <a:cubicBezTo>
                      <a:pt x="85186" y="0"/>
                      <a:pt x="118016" y="231"/>
                      <a:pt x="118016" y="30801"/>
                    </a:cubicBezTo>
                    <a:lnTo>
                      <a:pt x="118016" y="36724"/>
                    </a:lnTo>
                    <a:lnTo>
                      <a:pt x="78909" y="36724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7" name="Freeform: Shape 25">
                <a:extLst>
                  <a:ext uri="{FF2B5EF4-FFF2-40B4-BE49-F238E27FC236}">
                    <a16:creationId xmlns:a16="http://schemas.microsoft.com/office/drawing/2014/main" id="{BE535C55-C35D-1E85-051C-FD213B3A84CF}"/>
                  </a:ext>
                </a:extLst>
              </p:cNvPr>
              <p:cNvSpPr/>
              <p:nvPr/>
            </p:nvSpPr>
            <p:spPr>
              <a:xfrm>
                <a:off x="4780418" y="2482641"/>
                <a:ext cx="143356" cy="177712"/>
              </a:xfrm>
              <a:custGeom>
                <a:avLst/>
                <a:gdLst>
                  <a:gd name="connsiteX0" fmla="*/ 94609 w 143356"/>
                  <a:gd name="connsiteY0" fmla="*/ 177712 h 177712"/>
                  <a:gd name="connsiteX1" fmla="*/ 46338 w 143356"/>
                  <a:gd name="connsiteY1" fmla="*/ 177712 h 177712"/>
                  <a:gd name="connsiteX2" fmla="*/ 46338 w 143356"/>
                  <a:gd name="connsiteY2" fmla="*/ 41218 h 177712"/>
                  <a:gd name="connsiteX3" fmla="*/ 0 w 143356"/>
                  <a:gd name="connsiteY3" fmla="*/ 41218 h 177712"/>
                  <a:gd name="connsiteX4" fmla="*/ 0 w 143356"/>
                  <a:gd name="connsiteY4" fmla="*/ 0 h 177712"/>
                  <a:gd name="connsiteX5" fmla="*/ 143357 w 143356"/>
                  <a:gd name="connsiteY5" fmla="*/ 0 h 177712"/>
                  <a:gd name="connsiteX6" fmla="*/ 143357 w 143356"/>
                  <a:gd name="connsiteY6" fmla="*/ 41218 h 177712"/>
                  <a:gd name="connsiteX7" fmla="*/ 94609 w 143356"/>
                  <a:gd name="connsiteY7" fmla="*/ 41218 h 177712"/>
                  <a:gd name="connsiteX8" fmla="*/ 94609 w 143356"/>
                  <a:gd name="connsiteY8" fmla="*/ 177712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3356" h="177712">
                    <a:moveTo>
                      <a:pt x="94609" y="177712"/>
                    </a:moveTo>
                    <a:lnTo>
                      <a:pt x="46338" y="177712"/>
                    </a:lnTo>
                    <a:lnTo>
                      <a:pt x="46338" y="41218"/>
                    </a:lnTo>
                    <a:lnTo>
                      <a:pt x="0" y="41218"/>
                    </a:lnTo>
                    <a:lnTo>
                      <a:pt x="0" y="0"/>
                    </a:lnTo>
                    <a:lnTo>
                      <a:pt x="143357" y="0"/>
                    </a:lnTo>
                    <a:lnTo>
                      <a:pt x="143357" y="41218"/>
                    </a:lnTo>
                    <a:lnTo>
                      <a:pt x="94609" y="41218"/>
                    </a:lnTo>
                    <a:lnTo>
                      <a:pt x="94609" y="17771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8" name="Freeform: Shape 26">
                <a:extLst>
                  <a:ext uri="{FF2B5EF4-FFF2-40B4-BE49-F238E27FC236}">
                    <a16:creationId xmlns:a16="http://schemas.microsoft.com/office/drawing/2014/main" id="{C98E3CB1-31D7-570C-0540-226843A8E9C7}"/>
                  </a:ext>
                </a:extLst>
              </p:cNvPr>
              <p:cNvSpPr/>
              <p:nvPr/>
            </p:nvSpPr>
            <p:spPr>
              <a:xfrm>
                <a:off x="4917525" y="2534521"/>
                <a:ext cx="123830" cy="127248"/>
              </a:xfrm>
              <a:custGeom>
                <a:avLst/>
                <a:gdLst>
                  <a:gd name="connsiteX0" fmla="*/ 82313 w 123830"/>
                  <a:gd name="connsiteY0" fmla="*/ 48108 h 127248"/>
                  <a:gd name="connsiteX1" fmla="*/ 61303 w 123830"/>
                  <a:gd name="connsiteY1" fmla="*/ 28432 h 127248"/>
                  <a:gd name="connsiteX2" fmla="*/ 41517 w 123830"/>
                  <a:gd name="connsiteY2" fmla="*/ 48108 h 127248"/>
                  <a:gd name="connsiteX3" fmla="*/ 82313 w 123830"/>
                  <a:gd name="connsiteY3" fmla="*/ 48108 h 127248"/>
                  <a:gd name="connsiteX4" fmla="*/ 123817 w 123830"/>
                  <a:gd name="connsiteY4" fmla="*/ 84369 h 127248"/>
                  <a:gd name="connsiteX5" fmla="*/ 106674 w 123830"/>
                  <a:gd name="connsiteY5" fmla="*/ 119909 h 127248"/>
                  <a:gd name="connsiteX6" fmla="*/ 62024 w 123830"/>
                  <a:gd name="connsiteY6" fmla="*/ 127249 h 127248"/>
                  <a:gd name="connsiteX7" fmla="*/ 0 w 123830"/>
                  <a:gd name="connsiteY7" fmla="*/ 63740 h 127248"/>
                  <a:gd name="connsiteX8" fmla="*/ 62024 w 123830"/>
                  <a:gd name="connsiteY8" fmla="*/ 0 h 127248"/>
                  <a:gd name="connsiteX9" fmla="*/ 123817 w 123830"/>
                  <a:gd name="connsiteY9" fmla="*/ 63740 h 127248"/>
                  <a:gd name="connsiteX10" fmla="*/ 123817 w 123830"/>
                  <a:gd name="connsiteY10" fmla="*/ 70617 h 127248"/>
                  <a:gd name="connsiteX11" fmla="*/ 41517 w 123830"/>
                  <a:gd name="connsiteY11" fmla="*/ 70617 h 127248"/>
                  <a:gd name="connsiteX12" fmla="*/ 62024 w 123830"/>
                  <a:gd name="connsiteY12" fmla="*/ 98803 h 127248"/>
                  <a:gd name="connsiteX13" fmla="*/ 83035 w 123830"/>
                  <a:gd name="connsiteY13" fmla="*/ 84356 h 127248"/>
                  <a:gd name="connsiteX14" fmla="*/ 123831 w 123830"/>
                  <a:gd name="connsiteY14" fmla="*/ 84356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3830" h="127248">
                    <a:moveTo>
                      <a:pt x="82313" y="48108"/>
                    </a:moveTo>
                    <a:cubicBezTo>
                      <a:pt x="82313" y="29616"/>
                      <a:pt x="75301" y="28432"/>
                      <a:pt x="61303" y="28432"/>
                    </a:cubicBezTo>
                    <a:cubicBezTo>
                      <a:pt x="46583" y="28432"/>
                      <a:pt x="41994" y="31754"/>
                      <a:pt x="41517" y="48108"/>
                    </a:cubicBezTo>
                    <a:lnTo>
                      <a:pt x="82313" y="48108"/>
                    </a:lnTo>
                    <a:close/>
                    <a:moveTo>
                      <a:pt x="123817" y="84369"/>
                    </a:moveTo>
                    <a:cubicBezTo>
                      <a:pt x="123817" y="103093"/>
                      <a:pt x="117540" y="113754"/>
                      <a:pt x="106674" y="119909"/>
                    </a:cubicBezTo>
                    <a:cubicBezTo>
                      <a:pt x="95807" y="125833"/>
                      <a:pt x="80366" y="127249"/>
                      <a:pt x="62024" y="127249"/>
                    </a:cubicBezTo>
                    <a:cubicBezTo>
                      <a:pt x="12064" y="127249"/>
                      <a:pt x="0" y="110187"/>
                      <a:pt x="0" y="63740"/>
                    </a:cubicBezTo>
                    <a:cubicBezTo>
                      <a:pt x="0" y="17293"/>
                      <a:pt x="11098" y="0"/>
                      <a:pt x="62024" y="0"/>
                    </a:cubicBezTo>
                    <a:cubicBezTo>
                      <a:pt x="109574" y="0"/>
                      <a:pt x="123817" y="13031"/>
                      <a:pt x="123817" y="63740"/>
                    </a:cubicBezTo>
                    <a:lnTo>
                      <a:pt x="123817" y="70617"/>
                    </a:lnTo>
                    <a:lnTo>
                      <a:pt x="41517" y="70617"/>
                    </a:lnTo>
                    <a:cubicBezTo>
                      <a:pt x="41517" y="92403"/>
                      <a:pt x="44894" y="98803"/>
                      <a:pt x="62024" y="98803"/>
                    </a:cubicBezTo>
                    <a:cubicBezTo>
                      <a:pt x="74824" y="98803"/>
                      <a:pt x="83035" y="97387"/>
                      <a:pt x="83035" y="84356"/>
                    </a:cubicBezTo>
                    <a:lnTo>
                      <a:pt x="123831" y="8435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9" name="Freeform: Shape 27">
                <a:extLst>
                  <a:ext uri="{FF2B5EF4-FFF2-40B4-BE49-F238E27FC236}">
                    <a16:creationId xmlns:a16="http://schemas.microsoft.com/office/drawing/2014/main" id="{F842F642-1861-92B6-38A6-92860F886E68}"/>
                  </a:ext>
                </a:extLst>
              </p:cNvPr>
              <p:cNvSpPr/>
              <p:nvPr/>
            </p:nvSpPr>
            <p:spPr>
              <a:xfrm>
                <a:off x="5056306" y="2534521"/>
                <a:ext cx="121883" cy="127248"/>
              </a:xfrm>
              <a:custGeom>
                <a:avLst/>
                <a:gdLst>
                  <a:gd name="connsiteX0" fmla="*/ 121883 w 121883"/>
                  <a:gd name="connsiteY0" fmla="*/ 76077 h 127248"/>
                  <a:gd name="connsiteX1" fmla="*/ 107885 w 121883"/>
                  <a:gd name="connsiteY1" fmla="*/ 118956 h 127248"/>
                  <a:gd name="connsiteX2" fmla="*/ 60581 w 121883"/>
                  <a:gd name="connsiteY2" fmla="*/ 127249 h 127248"/>
                  <a:gd name="connsiteX3" fmla="*/ 0 w 121883"/>
                  <a:gd name="connsiteY3" fmla="*/ 63740 h 127248"/>
                  <a:gd name="connsiteX4" fmla="*/ 60581 w 121883"/>
                  <a:gd name="connsiteY4" fmla="*/ 0 h 127248"/>
                  <a:gd name="connsiteX5" fmla="*/ 121883 w 121883"/>
                  <a:gd name="connsiteY5" fmla="*/ 48094 h 127248"/>
                  <a:gd name="connsiteX6" fmla="*/ 80352 w 121883"/>
                  <a:gd name="connsiteY6" fmla="*/ 48094 h 127248"/>
                  <a:gd name="connsiteX7" fmla="*/ 76975 w 121883"/>
                  <a:gd name="connsiteY7" fmla="*/ 34818 h 127248"/>
                  <a:gd name="connsiteX8" fmla="*/ 60567 w 121883"/>
                  <a:gd name="connsiteY8" fmla="*/ 31250 h 127248"/>
                  <a:gd name="connsiteX9" fmla="*/ 41504 w 121883"/>
                  <a:gd name="connsiteY9" fmla="*/ 63726 h 127248"/>
                  <a:gd name="connsiteX10" fmla="*/ 60567 w 121883"/>
                  <a:gd name="connsiteY10" fmla="*/ 95957 h 127248"/>
                  <a:gd name="connsiteX11" fmla="*/ 80352 w 121883"/>
                  <a:gd name="connsiteY11" fmla="*/ 76050 h 127248"/>
                  <a:gd name="connsiteX12" fmla="*/ 121883 w 121883"/>
                  <a:gd name="connsiteY12" fmla="*/ 76050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1883" h="127248">
                    <a:moveTo>
                      <a:pt x="121883" y="76077"/>
                    </a:moveTo>
                    <a:cubicBezTo>
                      <a:pt x="121883" y="99293"/>
                      <a:pt x="117785" y="112093"/>
                      <a:pt x="107885" y="118956"/>
                    </a:cubicBezTo>
                    <a:cubicBezTo>
                      <a:pt x="98231" y="126064"/>
                      <a:pt x="83021" y="127249"/>
                      <a:pt x="60581" y="127249"/>
                    </a:cubicBezTo>
                    <a:cubicBezTo>
                      <a:pt x="11588" y="127249"/>
                      <a:pt x="0" y="112788"/>
                      <a:pt x="0" y="63740"/>
                    </a:cubicBezTo>
                    <a:cubicBezTo>
                      <a:pt x="0" y="21555"/>
                      <a:pt x="8701" y="0"/>
                      <a:pt x="60581" y="0"/>
                    </a:cubicBezTo>
                    <a:cubicBezTo>
                      <a:pt x="97019" y="0"/>
                      <a:pt x="121883" y="3785"/>
                      <a:pt x="121883" y="48094"/>
                    </a:cubicBezTo>
                    <a:lnTo>
                      <a:pt x="80352" y="48094"/>
                    </a:lnTo>
                    <a:cubicBezTo>
                      <a:pt x="80597" y="41463"/>
                      <a:pt x="79889" y="37432"/>
                      <a:pt x="76975" y="34818"/>
                    </a:cubicBezTo>
                    <a:cubicBezTo>
                      <a:pt x="74075" y="32217"/>
                      <a:pt x="69255" y="31250"/>
                      <a:pt x="60567" y="31250"/>
                    </a:cubicBezTo>
                    <a:cubicBezTo>
                      <a:pt x="45848" y="31250"/>
                      <a:pt x="41504" y="35295"/>
                      <a:pt x="41504" y="63726"/>
                    </a:cubicBezTo>
                    <a:cubicBezTo>
                      <a:pt x="41504" y="92158"/>
                      <a:pt x="44881" y="95957"/>
                      <a:pt x="60567" y="95957"/>
                    </a:cubicBezTo>
                    <a:cubicBezTo>
                      <a:pt x="79386" y="95957"/>
                      <a:pt x="80352" y="91450"/>
                      <a:pt x="80352" y="76050"/>
                    </a:cubicBezTo>
                    <a:lnTo>
                      <a:pt x="121883" y="760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0" name="Freeform: Shape 28">
                <a:extLst>
                  <a:ext uri="{FF2B5EF4-FFF2-40B4-BE49-F238E27FC236}">
                    <a16:creationId xmlns:a16="http://schemas.microsoft.com/office/drawing/2014/main" id="{186EE5D8-FCAE-25CD-B11C-3C0A41C707EA}"/>
                  </a:ext>
                </a:extLst>
              </p:cNvPr>
              <p:cNvSpPr/>
              <p:nvPr/>
            </p:nvSpPr>
            <p:spPr>
              <a:xfrm>
                <a:off x="5197022" y="2482641"/>
                <a:ext cx="121883" cy="177726"/>
              </a:xfrm>
              <a:custGeom>
                <a:avLst/>
                <a:gdLst>
                  <a:gd name="connsiteX0" fmla="*/ 41504 w 121883"/>
                  <a:gd name="connsiteY0" fmla="*/ 76526 h 177726"/>
                  <a:gd name="connsiteX1" fmla="*/ 43192 w 121883"/>
                  <a:gd name="connsiteY1" fmla="*/ 76526 h 177726"/>
                  <a:gd name="connsiteX2" fmla="*/ 81088 w 121883"/>
                  <a:gd name="connsiteY2" fmla="*/ 51893 h 177726"/>
                  <a:gd name="connsiteX3" fmla="*/ 121883 w 121883"/>
                  <a:gd name="connsiteY3" fmla="*/ 91709 h 177726"/>
                  <a:gd name="connsiteX4" fmla="*/ 121883 w 121883"/>
                  <a:gd name="connsiteY4" fmla="*/ 177726 h 177726"/>
                  <a:gd name="connsiteX5" fmla="*/ 80366 w 121883"/>
                  <a:gd name="connsiteY5" fmla="*/ 177726 h 177726"/>
                  <a:gd name="connsiteX6" fmla="*/ 80366 w 121883"/>
                  <a:gd name="connsiteY6" fmla="*/ 101173 h 177726"/>
                  <a:gd name="connsiteX7" fmla="*/ 63236 w 121883"/>
                  <a:gd name="connsiteY7" fmla="*/ 83158 h 177726"/>
                  <a:gd name="connsiteX8" fmla="*/ 41517 w 121883"/>
                  <a:gd name="connsiteY8" fmla="*/ 109234 h 177726"/>
                  <a:gd name="connsiteX9" fmla="*/ 41517 w 121883"/>
                  <a:gd name="connsiteY9" fmla="*/ 177726 h 177726"/>
                  <a:gd name="connsiteX10" fmla="*/ 0 w 121883"/>
                  <a:gd name="connsiteY10" fmla="*/ 177726 h 177726"/>
                  <a:gd name="connsiteX11" fmla="*/ 0 w 121883"/>
                  <a:gd name="connsiteY11" fmla="*/ 0 h 177726"/>
                  <a:gd name="connsiteX12" fmla="*/ 41517 w 121883"/>
                  <a:gd name="connsiteY12" fmla="*/ 0 h 177726"/>
                  <a:gd name="connsiteX13" fmla="*/ 41517 w 121883"/>
                  <a:gd name="connsiteY13" fmla="*/ 76526 h 177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883" h="177726">
                    <a:moveTo>
                      <a:pt x="41504" y="76526"/>
                    </a:moveTo>
                    <a:lnTo>
                      <a:pt x="43192" y="76526"/>
                    </a:lnTo>
                    <a:cubicBezTo>
                      <a:pt x="49225" y="56864"/>
                      <a:pt x="61548" y="51893"/>
                      <a:pt x="81088" y="51893"/>
                    </a:cubicBezTo>
                    <a:cubicBezTo>
                      <a:pt x="109084" y="51893"/>
                      <a:pt x="121883" y="64925"/>
                      <a:pt x="121883" y="91709"/>
                    </a:cubicBezTo>
                    <a:lnTo>
                      <a:pt x="121883" y="177726"/>
                    </a:lnTo>
                    <a:lnTo>
                      <a:pt x="80366" y="177726"/>
                    </a:lnTo>
                    <a:lnTo>
                      <a:pt x="80366" y="101173"/>
                    </a:lnTo>
                    <a:cubicBezTo>
                      <a:pt x="80134" y="89095"/>
                      <a:pt x="76744" y="83158"/>
                      <a:pt x="63236" y="83158"/>
                    </a:cubicBezTo>
                    <a:cubicBezTo>
                      <a:pt x="44663" y="83158"/>
                      <a:pt x="41517" y="94065"/>
                      <a:pt x="41517" y="109234"/>
                    </a:cubicBezTo>
                    <a:lnTo>
                      <a:pt x="41517" y="177726"/>
                    </a:lnTo>
                    <a:lnTo>
                      <a:pt x="0" y="177726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652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8AA17D8-2A7A-8096-D414-02E6E4A9AAF9}"/>
                </a:ext>
              </a:extLst>
            </p:cNvPr>
            <p:cNvGrpSpPr/>
            <p:nvPr/>
          </p:nvGrpSpPr>
          <p:grpSpPr>
            <a:xfrm>
              <a:off x="3824442" y="2481552"/>
              <a:ext cx="179889" cy="179891"/>
              <a:chOff x="3824442" y="2481552"/>
              <a:chExt cx="179889" cy="179891"/>
            </a:xfrm>
          </p:grpSpPr>
          <p:sp>
            <p:nvSpPr>
              <p:cNvPr id="22" name="Freeform: Shape 7">
                <a:extLst>
                  <a:ext uri="{FF2B5EF4-FFF2-40B4-BE49-F238E27FC236}">
                    <a16:creationId xmlns:a16="http://schemas.microsoft.com/office/drawing/2014/main" id="{67ECA869-B65C-D42A-EF1F-44451AF085F6}"/>
                  </a:ext>
                </a:extLst>
              </p:cNvPr>
              <p:cNvSpPr/>
              <p:nvPr/>
            </p:nvSpPr>
            <p:spPr>
              <a:xfrm>
                <a:off x="382444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10">
                <a:extLst>
                  <a:ext uri="{FF2B5EF4-FFF2-40B4-BE49-F238E27FC236}">
                    <a16:creationId xmlns:a16="http://schemas.microsoft.com/office/drawing/2014/main" id="{1AA8D3C0-F805-FF19-FA6F-D3F59D2129AD}"/>
                  </a:ext>
                </a:extLst>
              </p:cNvPr>
              <p:cNvSpPr/>
              <p:nvPr/>
            </p:nvSpPr>
            <p:spPr>
              <a:xfrm>
                <a:off x="3887569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11">
                <a:extLst>
                  <a:ext uri="{FF2B5EF4-FFF2-40B4-BE49-F238E27FC236}">
                    <a16:creationId xmlns:a16="http://schemas.microsoft.com/office/drawing/2014/main" id="{FDBE1BAF-D06F-6D2E-1B9F-7B42CE313E26}"/>
                  </a:ext>
                </a:extLst>
              </p:cNvPr>
              <p:cNvSpPr/>
              <p:nvPr/>
            </p:nvSpPr>
            <p:spPr>
              <a:xfrm>
                <a:off x="395068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" name="Freeform: Shape 13">
                <a:extLst>
                  <a:ext uri="{FF2B5EF4-FFF2-40B4-BE49-F238E27FC236}">
                    <a16:creationId xmlns:a16="http://schemas.microsoft.com/office/drawing/2014/main" id="{019CB1CB-6A30-6E5D-222F-980CA1B6B00B}"/>
                  </a:ext>
                </a:extLst>
              </p:cNvPr>
              <p:cNvSpPr/>
              <p:nvPr/>
            </p:nvSpPr>
            <p:spPr>
              <a:xfrm>
                <a:off x="382444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14">
                <a:extLst>
                  <a:ext uri="{FF2B5EF4-FFF2-40B4-BE49-F238E27FC236}">
                    <a16:creationId xmlns:a16="http://schemas.microsoft.com/office/drawing/2014/main" id="{19774A03-9B99-2DD9-9348-DBA926CD6A89}"/>
                  </a:ext>
                </a:extLst>
              </p:cNvPr>
              <p:cNvSpPr/>
              <p:nvPr/>
            </p:nvSpPr>
            <p:spPr>
              <a:xfrm>
                <a:off x="3887569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15">
                <a:extLst>
                  <a:ext uri="{FF2B5EF4-FFF2-40B4-BE49-F238E27FC236}">
                    <a16:creationId xmlns:a16="http://schemas.microsoft.com/office/drawing/2014/main" id="{BDEE16D7-5E7E-8BAD-43DC-19566DE37297}"/>
                  </a:ext>
                </a:extLst>
              </p:cNvPr>
              <p:cNvSpPr/>
              <p:nvPr/>
            </p:nvSpPr>
            <p:spPr>
              <a:xfrm>
                <a:off x="395068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16">
                <a:extLst>
                  <a:ext uri="{FF2B5EF4-FFF2-40B4-BE49-F238E27FC236}">
                    <a16:creationId xmlns:a16="http://schemas.microsoft.com/office/drawing/2014/main" id="{54F4DA04-67CD-813E-DE11-533240798DDC}"/>
                  </a:ext>
                </a:extLst>
              </p:cNvPr>
              <p:cNvSpPr/>
              <p:nvPr/>
            </p:nvSpPr>
            <p:spPr>
              <a:xfrm>
                <a:off x="382444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" name="Freeform: Shape 17">
                <a:extLst>
                  <a:ext uri="{FF2B5EF4-FFF2-40B4-BE49-F238E27FC236}">
                    <a16:creationId xmlns:a16="http://schemas.microsoft.com/office/drawing/2014/main" id="{85C9A3E3-A7D2-1414-8F4D-00EA1767F515}"/>
                  </a:ext>
                </a:extLst>
              </p:cNvPr>
              <p:cNvSpPr/>
              <p:nvPr/>
            </p:nvSpPr>
            <p:spPr>
              <a:xfrm>
                <a:off x="3887569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" name="Freeform: Shape 18">
                <a:extLst>
                  <a:ext uri="{FF2B5EF4-FFF2-40B4-BE49-F238E27FC236}">
                    <a16:creationId xmlns:a16="http://schemas.microsoft.com/office/drawing/2014/main" id="{59F96D94-A564-E3E8-1E10-709132877185}"/>
                  </a:ext>
                </a:extLst>
              </p:cNvPr>
              <p:cNvSpPr/>
              <p:nvPr/>
            </p:nvSpPr>
            <p:spPr>
              <a:xfrm>
                <a:off x="395068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91256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White_Content_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AE8B7343-557D-F25B-8BBC-0F148C4E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40" y="308506"/>
            <a:ext cx="8669120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FD12A8C-5D71-1C71-45D3-B27211CBDB50}"/>
              </a:ext>
            </a:extLst>
          </p:cNvPr>
          <p:cNvSpPr txBox="1">
            <a:spLocks/>
          </p:cNvSpPr>
          <p:nvPr userDrawn="1"/>
        </p:nvSpPr>
        <p:spPr>
          <a:xfrm>
            <a:off x="8757480" y="4806255"/>
            <a:ext cx="14908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37A3306-72CE-48AC-9363-0EAE74D66663}" type="slidenum">
              <a:rPr lang="en-IN" sz="800" smtClean="0">
                <a:solidFill>
                  <a:schemeClr val="bg1"/>
                </a:solidFill>
              </a:rPr>
              <a:pPr algn="r"/>
              <a:t>‹#›</a:t>
            </a:fld>
            <a:endParaRPr lang="en-IN" sz="800">
              <a:solidFill>
                <a:schemeClr val="bg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82DAC0-0608-87E0-C8C9-A253D58150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8125" y="668257"/>
            <a:ext cx="8667750" cy="15234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+mn-lt"/>
                <a:cs typeface="Bai Jamjuree" panose="00000500000000000000" pitchFamily="2" charset="-34"/>
              </a:defRPr>
            </a:lvl1pPr>
            <a:lvl2pPr marL="342900" indent="0">
              <a:buNone/>
              <a:defRPr sz="1100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2pPr>
            <a:lvl3pPr marL="685800" indent="0">
              <a:buNone/>
              <a:defRPr sz="1100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3pPr>
            <a:lvl4pPr marL="1028700" indent="0">
              <a:buNone/>
              <a:defRPr sz="1100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4pPr>
            <a:lvl5pPr marL="1371600" indent="0">
              <a:buNone/>
              <a:defRPr sz="1100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AE0200-2B83-26A8-CCEB-C59B6F62625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38125" y="1185863"/>
            <a:ext cx="1532501" cy="1530502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CFF1820F-EB97-D40F-15E3-740CD543D8C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38125" y="2908649"/>
            <a:ext cx="1532501" cy="1530502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DFEEBC1E-C282-8E73-4C90-13A0A14F24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1185863"/>
            <a:ext cx="1532501" cy="1530502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D897D421-613C-7204-F2B4-269927BCDC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0" y="2908649"/>
            <a:ext cx="1532501" cy="1530502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739EBE2-A321-84B6-786D-C07B304319F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33393" y="4804408"/>
            <a:ext cx="1042737" cy="126000"/>
            <a:chOff x="3824442" y="2481198"/>
            <a:chExt cx="1494463" cy="18058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2AE9117-B2E8-6667-ABE4-6133AA85D144}"/>
                </a:ext>
              </a:extLst>
            </p:cNvPr>
            <p:cNvGrpSpPr/>
            <p:nvPr/>
          </p:nvGrpSpPr>
          <p:grpSpPr>
            <a:xfrm>
              <a:off x="4083922" y="2481198"/>
              <a:ext cx="1234983" cy="180585"/>
              <a:chOff x="4083922" y="2481198"/>
              <a:chExt cx="1234983" cy="180585"/>
            </a:xfrm>
          </p:grpSpPr>
          <p:sp>
            <p:nvSpPr>
              <p:cNvPr id="31" name="Freeform: Shape 19">
                <a:extLst>
                  <a:ext uri="{FF2B5EF4-FFF2-40B4-BE49-F238E27FC236}">
                    <a16:creationId xmlns:a16="http://schemas.microsoft.com/office/drawing/2014/main" id="{0B2CF74C-6D21-D3F4-81AB-91D13272BF57}"/>
                  </a:ext>
                </a:extLst>
              </p:cNvPr>
              <p:cNvSpPr/>
              <p:nvPr/>
            </p:nvSpPr>
            <p:spPr>
              <a:xfrm>
                <a:off x="4083922" y="2481198"/>
                <a:ext cx="159274" cy="180558"/>
              </a:xfrm>
              <a:custGeom>
                <a:avLst/>
                <a:gdLst>
                  <a:gd name="connsiteX0" fmla="*/ 159275 w 159274"/>
                  <a:gd name="connsiteY0" fmla="*/ 111848 h 180558"/>
                  <a:gd name="connsiteX1" fmla="*/ 159275 w 159274"/>
                  <a:gd name="connsiteY1" fmla="*/ 117063 h 180558"/>
                  <a:gd name="connsiteX2" fmla="*/ 142622 w 159274"/>
                  <a:gd name="connsiteY2" fmla="*/ 167541 h 180558"/>
                  <a:gd name="connsiteX3" fmla="*/ 85186 w 159274"/>
                  <a:gd name="connsiteY3" fmla="*/ 180558 h 180558"/>
                  <a:gd name="connsiteX4" fmla="*/ 0 w 159274"/>
                  <a:gd name="connsiteY4" fmla="*/ 113264 h 180558"/>
                  <a:gd name="connsiteX5" fmla="*/ 0 w 159274"/>
                  <a:gd name="connsiteY5" fmla="*/ 67294 h 180558"/>
                  <a:gd name="connsiteX6" fmla="*/ 85186 w 159274"/>
                  <a:gd name="connsiteY6" fmla="*/ 0 h 180558"/>
                  <a:gd name="connsiteX7" fmla="*/ 159043 w 159274"/>
                  <a:gd name="connsiteY7" fmla="*/ 58307 h 180558"/>
                  <a:gd name="connsiteX8" fmla="*/ 159043 w 159274"/>
                  <a:gd name="connsiteY8" fmla="*/ 65183 h 180558"/>
                  <a:gd name="connsiteX9" fmla="*/ 109315 w 159274"/>
                  <a:gd name="connsiteY9" fmla="*/ 65183 h 180558"/>
                  <a:gd name="connsiteX10" fmla="*/ 109315 w 159274"/>
                  <a:gd name="connsiteY10" fmla="*/ 58307 h 180558"/>
                  <a:gd name="connsiteX11" fmla="*/ 79876 w 159274"/>
                  <a:gd name="connsiteY11" fmla="*/ 41232 h 180558"/>
                  <a:gd name="connsiteX12" fmla="*/ 49701 w 159274"/>
                  <a:gd name="connsiteY12" fmla="*/ 74892 h 180558"/>
                  <a:gd name="connsiteX13" fmla="*/ 49701 w 159274"/>
                  <a:gd name="connsiteY13" fmla="*/ 102616 h 180558"/>
                  <a:gd name="connsiteX14" fmla="*/ 79876 w 159274"/>
                  <a:gd name="connsiteY14" fmla="*/ 139354 h 180558"/>
                  <a:gd name="connsiteX15" fmla="*/ 109560 w 159274"/>
                  <a:gd name="connsiteY15" fmla="*/ 117091 h 180558"/>
                  <a:gd name="connsiteX16" fmla="*/ 109560 w 159274"/>
                  <a:gd name="connsiteY16" fmla="*/ 111875 h 180558"/>
                  <a:gd name="connsiteX17" fmla="*/ 159275 w 159274"/>
                  <a:gd name="connsiteY17" fmla="*/ 111875 h 180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9274" h="180558">
                    <a:moveTo>
                      <a:pt x="159275" y="111848"/>
                    </a:moveTo>
                    <a:lnTo>
                      <a:pt x="159275" y="117063"/>
                    </a:lnTo>
                    <a:cubicBezTo>
                      <a:pt x="159275" y="136481"/>
                      <a:pt x="159030" y="154019"/>
                      <a:pt x="142622" y="167541"/>
                    </a:cubicBezTo>
                    <a:cubicBezTo>
                      <a:pt x="126200" y="180803"/>
                      <a:pt x="106183" y="180558"/>
                      <a:pt x="85186" y="180558"/>
                    </a:cubicBezTo>
                    <a:cubicBezTo>
                      <a:pt x="35948" y="180558"/>
                      <a:pt x="0" y="178189"/>
                      <a:pt x="0" y="113264"/>
                    </a:cubicBezTo>
                    <a:lnTo>
                      <a:pt x="0" y="67294"/>
                    </a:lnTo>
                    <a:cubicBezTo>
                      <a:pt x="-14" y="8538"/>
                      <a:pt x="32081" y="0"/>
                      <a:pt x="85186" y="0"/>
                    </a:cubicBezTo>
                    <a:cubicBezTo>
                      <a:pt x="134901" y="0"/>
                      <a:pt x="158077" y="4970"/>
                      <a:pt x="159043" y="58307"/>
                    </a:cubicBezTo>
                    <a:lnTo>
                      <a:pt x="159043" y="65183"/>
                    </a:lnTo>
                    <a:lnTo>
                      <a:pt x="109315" y="65183"/>
                    </a:lnTo>
                    <a:lnTo>
                      <a:pt x="109315" y="58307"/>
                    </a:lnTo>
                    <a:cubicBezTo>
                      <a:pt x="107640" y="42430"/>
                      <a:pt x="96284" y="41232"/>
                      <a:pt x="79876" y="41232"/>
                    </a:cubicBezTo>
                    <a:cubicBezTo>
                      <a:pt x="52356" y="41232"/>
                      <a:pt x="49701" y="49538"/>
                      <a:pt x="49701" y="74892"/>
                    </a:cubicBezTo>
                    <a:lnTo>
                      <a:pt x="49701" y="102616"/>
                    </a:lnTo>
                    <a:cubicBezTo>
                      <a:pt x="49701" y="129169"/>
                      <a:pt x="50913" y="139354"/>
                      <a:pt x="79876" y="139354"/>
                    </a:cubicBezTo>
                    <a:cubicBezTo>
                      <a:pt x="99906" y="139354"/>
                      <a:pt x="109560" y="137938"/>
                      <a:pt x="109560" y="117091"/>
                    </a:cubicBezTo>
                    <a:lnTo>
                      <a:pt x="109560" y="111875"/>
                    </a:lnTo>
                    <a:lnTo>
                      <a:pt x="159275" y="111875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2" name="Freeform: Shape 20">
                <a:extLst>
                  <a:ext uri="{FF2B5EF4-FFF2-40B4-BE49-F238E27FC236}">
                    <a16:creationId xmlns:a16="http://schemas.microsoft.com/office/drawing/2014/main" id="{CA4E3145-E9C1-E775-DC2F-D550F3E68260}"/>
                  </a:ext>
                </a:extLst>
              </p:cNvPr>
              <p:cNvSpPr/>
              <p:nvPr/>
            </p:nvSpPr>
            <p:spPr>
              <a:xfrm>
                <a:off x="4261525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3" name="Freeform: Shape 21">
                <a:extLst>
                  <a:ext uri="{FF2B5EF4-FFF2-40B4-BE49-F238E27FC236}">
                    <a16:creationId xmlns:a16="http://schemas.microsoft.com/office/drawing/2014/main" id="{2CBB028E-D8AC-9BA2-6090-E87707343FC1}"/>
                  </a:ext>
                </a:extLst>
              </p:cNvPr>
              <p:cNvSpPr/>
              <p:nvPr/>
            </p:nvSpPr>
            <p:spPr>
              <a:xfrm>
                <a:off x="4316564" y="2509643"/>
                <a:ext cx="110540" cy="152126"/>
              </a:xfrm>
              <a:custGeom>
                <a:avLst/>
                <a:gdLst>
                  <a:gd name="connsiteX0" fmla="*/ 104985 w 110540"/>
                  <a:gd name="connsiteY0" fmla="*/ 56142 h 152126"/>
                  <a:gd name="connsiteX1" fmla="*/ 56959 w 110540"/>
                  <a:gd name="connsiteY1" fmla="*/ 56142 h 152126"/>
                  <a:gd name="connsiteX2" fmla="*/ 56959 w 110540"/>
                  <a:gd name="connsiteY2" fmla="*/ 111835 h 152126"/>
                  <a:gd name="connsiteX3" fmla="*/ 66382 w 110540"/>
                  <a:gd name="connsiteY3" fmla="*/ 122265 h 152126"/>
                  <a:gd name="connsiteX4" fmla="*/ 77234 w 110540"/>
                  <a:gd name="connsiteY4" fmla="*/ 106156 h 152126"/>
                  <a:gd name="connsiteX5" fmla="*/ 77479 w 110540"/>
                  <a:gd name="connsiteY5" fmla="*/ 99511 h 152126"/>
                  <a:gd name="connsiteX6" fmla="*/ 110541 w 110540"/>
                  <a:gd name="connsiteY6" fmla="*/ 99511 h 152126"/>
                  <a:gd name="connsiteX7" fmla="*/ 110541 w 110540"/>
                  <a:gd name="connsiteY7" fmla="*/ 110650 h 152126"/>
                  <a:gd name="connsiteX8" fmla="*/ 63958 w 110540"/>
                  <a:gd name="connsiteY8" fmla="*/ 152127 h 152126"/>
                  <a:gd name="connsiteX9" fmla="*/ 15455 w 110540"/>
                  <a:gd name="connsiteY9" fmla="*/ 117526 h 152126"/>
                  <a:gd name="connsiteX10" fmla="*/ 15455 w 110540"/>
                  <a:gd name="connsiteY10" fmla="*/ 56142 h 152126"/>
                  <a:gd name="connsiteX11" fmla="*/ 0 w 110540"/>
                  <a:gd name="connsiteY11" fmla="*/ 56142 h 152126"/>
                  <a:gd name="connsiteX12" fmla="*/ 0 w 110540"/>
                  <a:gd name="connsiteY12" fmla="*/ 26294 h 152126"/>
                  <a:gd name="connsiteX13" fmla="*/ 15455 w 110540"/>
                  <a:gd name="connsiteY13" fmla="*/ 26294 h 152126"/>
                  <a:gd name="connsiteX14" fmla="*/ 15455 w 110540"/>
                  <a:gd name="connsiteY14" fmla="*/ 0 h 152126"/>
                  <a:gd name="connsiteX15" fmla="*/ 56959 w 110540"/>
                  <a:gd name="connsiteY15" fmla="*/ 0 h 152126"/>
                  <a:gd name="connsiteX16" fmla="*/ 56959 w 110540"/>
                  <a:gd name="connsiteY16" fmla="*/ 26294 h 152126"/>
                  <a:gd name="connsiteX17" fmla="*/ 104985 w 110540"/>
                  <a:gd name="connsiteY17" fmla="*/ 26294 h 152126"/>
                  <a:gd name="connsiteX18" fmla="*/ 104985 w 110540"/>
                  <a:gd name="connsiteY18" fmla="*/ 56142 h 15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0540" h="152126">
                    <a:moveTo>
                      <a:pt x="104985" y="56142"/>
                    </a:moveTo>
                    <a:lnTo>
                      <a:pt x="56959" y="56142"/>
                    </a:lnTo>
                    <a:lnTo>
                      <a:pt x="56959" y="111835"/>
                    </a:lnTo>
                    <a:cubicBezTo>
                      <a:pt x="57204" y="119188"/>
                      <a:pt x="58674" y="122265"/>
                      <a:pt x="66382" y="122265"/>
                    </a:cubicBezTo>
                    <a:cubicBezTo>
                      <a:pt x="77234" y="122265"/>
                      <a:pt x="76758" y="114680"/>
                      <a:pt x="77234" y="106156"/>
                    </a:cubicBezTo>
                    <a:lnTo>
                      <a:pt x="77479" y="99511"/>
                    </a:lnTo>
                    <a:lnTo>
                      <a:pt x="110541" y="99511"/>
                    </a:lnTo>
                    <a:lnTo>
                      <a:pt x="110541" y="110650"/>
                    </a:lnTo>
                    <a:cubicBezTo>
                      <a:pt x="110541" y="144542"/>
                      <a:pt x="97741" y="152127"/>
                      <a:pt x="63958" y="152127"/>
                    </a:cubicBezTo>
                    <a:cubicBezTo>
                      <a:pt x="37419" y="152127"/>
                      <a:pt x="15455" y="148804"/>
                      <a:pt x="15455" y="117526"/>
                    </a:cubicBezTo>
                    <a:lnTo>
                      <a:pt x="15455" y="56142"/>
                    </a:lnTo>
                    <a:lnTo>
                      <a:pt x="0" y="56142"/>
                    </a:lnTo>
                    <a:lnTo>
                      <a:pt x="0" y="26294"/>
                    </a:lnTo>
                    <a:lnTo>
                      <a:pt x="15455" y="26294"/>
                    </a:lnTo>
                    <a:lnTo>
                      <a:pt x="15455" y="0"/>
                    </a:lnTo>
                    <a:lnTo>
                      <a:pt x="56959" y="0"/>
                    </a:lnTo>
                    <a:lnTo>
                      <a:pt x="56959" y="26294"/>
                    </a:lnTo>
                    <a:lnTo>
                      <a:pt x="104985" y="26294"/>
                    </a:lnTo>
                    <a:lnTo>
                      <a:pt x="104985" y="5614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4" name="Freeform: Shape 22">
                <a:extLst>
                  <a:ext uri="{FF2B5EF4-FFF2-40B4-BE49-F238E27FC236}">
                    <a16:creationId xmlns:a16="http://schemas.microsoft.com/office/drawing/2014/main" id="{AD987EBB-5740-7E01-1E5D-52EA03CEC6C4}"/>
                  </a:ext>
                </a:extLst>
              </p:cNvPr>
              <p:cNvSpPr/>
              <p:nvPr/>
            </p:nvSpPr>
            <p:spPr>
              <a:xfrm>
                <a:off x="4440599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5" name="Freeform: Shape 23">
                <a:extLst>
                  <a:ext uri="{FF2B5EF4-FFF2-40B4-BE49-F238E27FC236}">
                    <a16:creationId xmlns:a16="http://schemas.microsoft.com/office/drawing/2014/main" id="{182AF4AC-F4D4-D3B9-D926-9376E26FC545}"/>
                  </a:ext>
                </a:extLst>
              </p:cNvPr>
              <p:cNvSpPr/>
              <p:nvPr/>
            </p:nvSpPr>
            <p:spPr>
              <a:xfrm>
                <a:off x="4504570" y="2535923"/>
                <a:ext cx="121651" cy="125846"/>
              </a:xfrm>
              <a:custGeom>
                <a:avLst/>
                <a:gdLst>
                  <a:gd name="connsiteX0" fmla="*/ 81333 w 121651"/>
                  <a:gd name="connsiteY0" fmla="*/ 124430 h 125846"/>
                  <a:gd name="connsiteX1" fmla="*/ 82790 w 121651"/>
                  <a:gd name="connsiteY1" fmla="*/ 100492 h 125846"/>
                  <a:gd name="connsiteX2" fmla="*/ 80856 w 121651"/>
                  <a:gd name="connsiteY2" fmla="*/ 100492 h 125846"/>
                  <a:gd name="connsiteX3" fmla="*/ 42961 w 121651"/>
                  <a:gd name="connsiteY3" fmla="*/ 125846 h 125846"/>
                  <a:gd name="connsiteX4" fmla="*/ 0 w 121651"/>
                  <a:gd name="connsiteY4" fmla="*/ 85091 h 125846"/>
                  <a:gd name="connsiteX5" fmla="*/ 0 w 121651"/>
                  <a:gd name="connsiteY5" fmla="*/ 0 h 125846"/>
                  <a:gd name="connsiteX6" fmla="*/ 41517 w 121651"/>
                  <a:gd name="connsiteY6" fmla="*/ 0 h 125846"/>
                  <a:gd name="connsiteX7" fmla="*/ 41517 w 121651"/>
                  <a:gd name="connsiteY7" fmla="*/ 74184 h 125846"/>
                  <a:gd name="connsiteX8" fmla="*/ 56727 w 121651"/>
                  <a:gd name="connsiteY8" fmla="*/ 94555 h 125846"/>
                  <a:gd name="connsiteX9" fmla="*/ 80134 w 121651"/>
                  <a:gd name="connsiteY9" fmla="*/ 76540 h 125846"/>
                  <a:gd name="connsiteX10" fmla="*/ 80134 w 121651"/>
                  <a:gd name="connsiteY10" fmla="*/ 0 h 125846"/>
                  <a:gd name="connsiteX11" fmla="*/ 121652 w 121651"/>
                  <a:gd name="connsiteY11" fmla="*/ 0 h 125846"/>
                  <a:gd name="connsiteX12" fmla="*/ 121652 w 121651"/>
                  <a:gd name="connsiteY12" fmla="*/ 124416 h 125846"/>
                  <a:gd name="connsiteX13" fmla="*/ 81346 w 121651"/>
                  <a:gd name="connsiteY13" fmla="*/ 124416 h 125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651" h="125846">
                    <a:moveTo>
                      <a:pt x="81333" y="124430"/>
                    </a:moveTo>
                    <a:lnTo>
                      <a:pt x="82790" y="100492"/>
                    </a:lnTo>
                    <a:lnTo>
                      <a:pt x="80856" y="100492"/>
                    </a:lnTo>
                    <a:cubicBezTo>
                      <a:pt x="75055" y="119691"/>
                      <a:pt x="60581" y="125846"/>
                      <a:pt x="42961" y="125846"/>
                    </a:cubicBezTo>
                    <a:cubicBezTo>
                      <a:pt x="17865" y="125846"/>
                      <a:pt x="0" y="115416"/>
                      <a:pt x="0" y="85091"/>
                    </a:cubicBez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4184"/>
                    </a:lnTo>
                    <a:cubicBezTo>
                      <a:pt x="41517" y="85554"/>
                      <a:pt x="42729" y="94555"/>
                      <a:pt x="56727" y="94555"/>
                    </a:cubicBezTo>
                    <a:cubicBezTo>
                      <a:pt x="67825" y="94555"/>
                      <a:pt x="80134" y="88863"/>
                      <a:pt x="80134" y="76540"/>
                    </a:cubicBezTo>
                    <a:lnTo>
                      <a:pt x="80134" y="0"/>
                    </a:lnTo>
                    <a:lnTo>
                      <a:pt x="121652" y="0"/>
                    </a:lnTo>
                    <a:lnTo>
                      <a:pt x="121652" y="124416"/>
                    </a:lnTo>
                    <a:lnTo>
                      <a:pt x="81346" y="12441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6" name="Freeform: Shape 24">
                <a:extLst>
                  <a:ext uri="{FF2B5EF4-FFF2-40B4-BE49-F238E27FC236}">
                    <a16:creationId xmlns:a16="http://schemas.microsoft.com/office/drawing/2014/main" id="{EDBE2BCC-659B-D4B8-71C9-E5D6345E594D}"/>
                  </a:ext>
                </a:extLst>
              </p:cNvPr>
              <p:cNvSpPr/>
              <p:nvPr/>
            </p:nvSpPr>
            <p:spPr>
              <a:xfrm>
                <a:off x="4648403" y="2534548"/>
                <a:ext cx="124048" cy="127235"/>
              </a:xfrm>
              <a:custGeom>
                <a:avLst/>
                <a:gdLst>
                  <a:gd name="connsiteX0" fmla="*/ 78909 w 124048"/>
                  <a:gd name="connsiteY0" fmla="*/ 36711 h 127235"/>
                  <a:gd name="connsiteX1" fmla="*/ 62024 w 124048"/>
                  <a:gd name="connsiteY1" fmla="*/ 26280 h 127235"/>
                  <a:gd name="connsiteX2" fmla="*/ 40292 w 124048"/>
                  <a:gd name="connsiteY2" fmla="*/ 36234 h 127235"/>
                  <a:gd name="connsiteX3" fmla="*/ 62024 w 124048"/>
                  <a:gd name="connsiteY3" fmla="*/ 47128 h 127235"/>
                  <a:gd name="connsiteX4" fmla="*/ 124048 w 124048"/>
                  <a:gd name="connsiteY4" fmla="*/ 85282 h 127235"/>
                  <a:gd name="connsiteX5" fmla="*/ 62024 w 124048"/>
                  <a:gd name="connsiteY5" fmla="*/ 127235 h 127235"/>
                  <a:gd name="connsiteX6" fmla="*/ 0 w 124048"/>
                  <a:gd name="connsiteY6" fmla="*/ 86943 h 127235"/>
                  <a:gd name="connsiteX7" fmla="*/ 41504 w 124048"/>
                  <a:gd name="connsiteY7" fmla="*/ 86943 h 127235"/>
                  <a:gd name="connsiteX8" fmla="*/ 62024 w 124048"/>
                  <a:gd name="connsiteY8" fmla="*/ 100927 h 127235"/>
                  <a:gd name="connsiteX9" fmla="*/ 83743 w 124048"/>
                  <a:gd name="connsiteY9" fmla="*/ 90034 h 127235"/>
                  <a:gd name="connsiteX10" fmla="*/ 62024 w 124048"/>
                  <a:gd name="connsiteY10" fmla="*/ 77725 h 127235"/>
                  <a:gd name="connsiteX11" fmla="*/ 0 w 124048"/>
                  <a:gd name="connsiteY11" fmla="*/ 40755 h 127235"/>
                  <a:gd name="connsiteX12" fmla="*/ 62024 w 124048"/>
                  <a:gd name="connsiteY12" fmla="*/ 0 h 127235"/>
                  <a:gd name="connsiteX13" fmla="*/ 118016 w 124048"/>
                  <a:gd name="connsiteY13" fmla="*/ 30801 h 127235"/>
                  <a:gd name="connsiteX14" fmla="*/ 118016 w 124048"/>
                  <a:gd name="connsiteY14" fmla="*/ 36724 h 127235"/>
                  <a:gd name="connsiteX15" fmla="*/ 78909 w 124048"/>
                  <a:gd name="connsiteY15" fmla="*/ 36724 h 127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4048" h="127235">
                    <a:moveTo>
                      <a:pt x="78909" y="36711"/>
                    </a:moveTo>
                    <a:cubicBezTo>
                      <a:pt x="77479" y="26280"/>
                      <a:pt x="68533" y="26280"/>
                      <a:pt x="62024" y="26280"/>
                    </a:cubicBezTo>
                    <a:cubicBezTo>
                      <a:pt x="40292" y="26280"/>
                      <a:pt x="40292" y="28895"/>
                      <a:pt x="40292" y="36234"/>
                    </a:cubicBezTo>
                    <a:cubicBezTo>
                      <a:pt x="40292" y="42389"/>
                      <a:pt x="40782" y="46665"/>
                      <a:pt x="62024" y="47128"/>
                    </a:cubicBezTo>
                    <a:cubicBezTo>
                      <a:pt x="104985" y="48081"/>
                      <a:pt x="124048" y="50450"/>
                      <a:pt x="124048" y="85282"/>
                    </a:cubicBezTo>
                    <a:cubicBezTo>
                      <a:pt x="124048" y="120114"/>
                      <a:pt x="95317" y="127235"/>
                      <a:pt x="62024" y="127235"/>
                    </a:cubicBezTo>
                    <a:cubicBezTo>
                      <a:pt x="28731" y="127235"/>
                      <a:pt x="0" y="127943"/>
                      <a:pt x="0" y="86943"/>
                    </a:cubicBezTo>
                    <a:lnTo>
                      <a:pt x="41504" y="86943"/>
                    </a:lnTo>
                    <a:cubicBezTo>
                      <a:pt x="41504" y="100927"/>
                      <a:pt x="51880" y="100927"/>
                      <a:pt x="62024" y="100927"/>
                    </a:cubicBezTo>
                    <a:cubicBezTo>
                      <a:pt x="80843" y="100927"/>
                      <a:pt x="83743" y="99756"/>
                      <a:pt x="83743" y="90034"/>
                    </a:cubicBezTo>
                    <a:cubicBezTo>
                      <a:pt x="83743" y="77725"/>
                      <a:pt x="76499" y="77725"/>
                      <a:pt x="62024" y="77725"/>
                    </a:cubicBezTo>
                    <a:cubicBezTo>
                      <a:pt x="9409" y="77725"/>
                      <a:pt x="0" y="66109"/>
                      <a:pt x="0" y="40755"/>
                    </a:cubicBezTo>
                    <a:cubicBezTo>
                      <a:pt x="0" y="708"/>
                      <a:pt x="26784" y="0"/>
                      <a:pt x="62024" y="0"/>
                    </a:cubicBezTo>
                    <a:cubicBezTo>
                      <a:pt x="85186" y="0"/>
                      <a:pt x="118016" y="231"/>
                      <a:pt x="118016" y="30801"/>
                    </a:cubicBezTo>
                    <a:lnTo>
                      <a:pt x="118016" y="36724"/>
                    </a:lnTo>
                    <a:lnTo>
                      <a:pt x="78909" y="36724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7" name="Freeform: Shape 25">
                <a:extLst>
                  <a:ext uri="{FF2B5EF4-FFF2-40B4-BE49-F238E27FC236}">
                    <a16:creationId xmlns:a16="http://schemas.microsoft.com/office/drawing/2014/main" id="{636651D1-DEAB-6F2D-89C2-A0B609D749F8}"/>
                  </a:ext>
                </a:extLst>
              </p:cNvPr>
              <p:cNvSpPr/>
              <p:nvPr/>
            </p:nvSpPr>
            <p:spPr>
              <a:xfrm>
                <a:off x="4780418" y="2482641"/>
                <a:ext cx="143356" cy="177712"/>
              </a:xfrm>
              <a:custGeom>
                <a:avLst/>
                <a:gdLst>
                  <a:gd name="connsiteX0" fmla="*/ 94609 w 143356"/>
                  <a:gd name="connsiteY0" fmla="*/ 177712 h 177712"/>
                  <a:gd name="connsiteX1" fmla="*/ 46338 w 143356"/>
                  <a:gd name="connsiteY1" fmla="*/ 177712 h 177712"/>
                  <a:gd name="connsiteX2" fmla="*/ 46338 w 143356"/>
                  <a:gd name="connsiteY2" fmla="*/ 41218 h 177712"/>
                  <a:gd name="connsiteX3" fmla="*/ 0 w 143356"/>
                  <a:gd name="connsiteY3" fmla="*/ 41218 h 177712"/>
                  <a:gd name="connsiteX4" fmla="*/ 0 w 143356"/>
                  <a:gd name="connsiteY4" fmla="*/ 0 h 177712"/>
                  <a:gd name="connsiteX5" fmla="*/ 143357 w 143356"/>
                  <a:gd name="connsiteY5" fmla="*/ 0 h 177712"/>
                  <a:gd name="connsiteX6" fmla="*/ 143357 w 143356"/>
                  <a:gd name="connsiteY6" fmla="*/ 41218 h 177712"/>
                  <a:gd name="connsiteX7" fmla="*/ 94609 w 143356"/>
                  <a:gd name="connsiteY7" fmla="*/ 41218 h 177712"/>
                  <a:gd name="connsiteX8" fmla="*/ 94609 w 143356"/>
                  <a:gd name="connsiteY8" fmla="*/ 177712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3356" h="177712">
                    <a:moveTo>
                      <a:pt x="94609" y="177712"/>
                    </a:moveTo>
                    <a:lnTo>
                      <a:pt x="46338" y="177712"/>
                    </a:lnTo>
                    <a:lnTo>
                      <a:pt x="46338" y="41218"/>
                    </a:lnTo>
                    <a:lnTo>
                      <a:pt x="0" y="41218"/>
                    </a:lnTo>
                    <a:lnTo>
                      <a:pt x="0" y="0"/>
                    </a:lnTo>
                    <a:lnTo>
                      <a:pt x="143357" y="0"/>
                    </a:lnTo>
                    <a:lnTo>
                      <a:pt x="143357" y="41218"/>
                    </a:lnTo>
                    <a:lnTo>
                      <a:pt x="94609" y="41218"/>
                    </a:lnTo>
                    <a:lnTo>
                      <a:pt x="94609" y="17771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8" name="Freeform: Shape 26">
                <a:extLst>
                  <a:ext uri="{FF2B5EF4-FFF2-40B4-BE49-F238E27FC236}">
                    <a16:creationId xmlns:a16="http://schemas.microsoft.com/office/drawing/2014/main" id="{6B33C6CF-71C9-EDFA-A51C-DB13610AFA94}"/>
                  </a:ext>
                </a:extLst>
              </p:cNvPr>
              <p:cNvSpPr/>
              <p:nvPr/>
            </p:nvSpPr>
            <p:spPr>
              <a:xfrm>
                <a:off x="4917525" y="2534521"/>
                <a:ext cx="123830" cy="127248"/>
              </a:xfrm>
              <a:custGeom>
                <a:avLst/>
                <a:gdLst>
                  <a:gd name="connsiteX0" fmla="*/ 82313 w 123830"/>
                  <a:gd name="connsiteY0" fmla="*/ 48108 h 127248"/>
                  <a:gd name="connsiteX1" fmla="*/ 61303 w 123830"/>
                  <a:gd name="connsiteY1" fmla="*/ 28432 h 127248"/>
                  <a:gd name="connsiteX2" fmla="*/ 41517 w 123830"/>
                  <a:gd name="connsiteY2" fmla="*/ 48108 h 127248"/>
                  <a:gd name="connsiteX3" fmla="*/ 82313 w 123830"/>
                  <a:gd name="connsiteY3" fmla="*/ 48108 h 127248"/>
                  <a:gd name="connsiteX4" fmla="*/ 123817 w 123830"/>
                  <a:gd name="connsiteY4" fmla="*/ 84369 h 127248"/>
                  <a:gd name="connsiteX5" fmla="*/ 106674 w 123830"/>
                  <a:gd name="connsiteY5" fmla="*/ 119909 h 127248"/>
                  <a:gd name="connsiteX6" fmla="*/ 62024 w 123830"/>
                  <a:gd name="connsiteY6" fmla="*/ 127249 h 127248"/>
                  <a:gd name="connsiteX7" fmla="*/ 0 w 123830"/>
                  <a:gd name="connsiteY7" fmla="*/ 63740 h 127248"/>
                  <a:gd name="connsiteX8" fmla="*/ 62024 w 123830"/>
                  <a:gd name="connsiteY8" fmla="*/ 0 h 127248"/>
                  <a:gd name="connsiteX9" fmla="*/ 123817 w 123830"/>
                  <a:gd name="connsiteY9" fmla="*/ 63740 h 127248"/>
                  <a:gd name="connsiteX10" fmla="*/ 123817 w 123830"/>
                  <a:gd name="connsiteY10" fmla="*/ 70617 h 127248"/>
                  <a:gd name="connsiteX11" fmla="*/ 41517 w 123830"/>
                  <a:gd name="connsiteY11" fmla="*/ 70617 h 127248"/>
                  <a:gd name="connsiteX12" fmla="*/ 62024 w 123830"/>
                  <a:gd name="connsiteY12" fmla="*/ 98803 h 127248"/>
                  <a:gd name="connsiteX13" fmla="*/ 83035 w 123830"/>
                  <a:gd name="connsiteY13" fmla="*/ 84356 h 127248"/>
                  <a:gd name="connsiteX14" fmla="*/ 123831 w 123830"/>
                  <a:gd name="connsiteY14" fmla="*/ 84356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3830" h="127248">
                    <a:moveTo>
                      <a:pt x="82313" y="48108"/>
                    </a:moveTo>
                    <a:cubicBezTo>
                      <a:pt x="82313" y="29616"/>
                      <a:pt x="75301" y="28432"/>
                      <a:pt x="61303" y="28432"/>
                    </a:cubicBezTo>
                    <a:cubicBezTo>
                      <a:pt x="46583" y="28432"/>
                      <a:pt x="41994" y="31754"/>
                      <a:pt x="41517" y="48108"/>
                    </a:cubicBezTo>
                    <a:lnTo>
                      <a:pt x="82313" y="48108"/>
                    </a:lnTo>
                    <a:close/>
                    <a:moveTo>
                      <a:pt x="123817" y="84369"/>
                    </a:moveTo>
                    <a:cubicBezTo>
                      <a:pt x="123817" y="103093"/>
                      <a:pt x="117540" y="113754"/>
                      <a:pt x="106674" y="119909"/>
                    </a:cubicBezTo>
                    <a:cubicBezTo>
                      <a:pt x="95807" y="125833"/>
                      <a:pt x="80366" y="127249"/>
                      <a:pt x="62024" y="127249"/>
                    </a:cubicBezTo>
                    <a:cubicBezTo>
                      <a:pt x="12064" y="127249"/>
                      <a:pt x="0" y="110187"/>
                      <a:pt x="0" y="63740"/>
                    </a:cubicBezTo>
                    <a:cubicBezTo>
                      <a:pt x="0" y="17293"/>
                      <a:pt x="11098" y="0"/>
                      <a:pt x="62024" y="0"/>
                    </a:cubicBezTo>
                    <a:cubicBezTo>
                      <a:pt x="109574" y="0"/>
                      <a:pt x="123817" y="13031"/>
                      <a:pt x="123817" y="63740"/>
                    </a:cubicBezTo>
                    <a:lnTo>
                      <a:pt x="123817" y="70617"/>
                    </a:lnTo>
                    <a:lnTo>
                      <a:pt x="41517" y="70617"/>
                    </a:lnTo>
                    <a:cubicBezTo>
                      <a:pt x="41517" y="92403"/>
                      <a:pt x="44894" y="98803"/>
                      <a:pt x="62024" y="98803"/>
                    </a:cubicBezTo>
                    <a:cubicBezTo>
                      <a:pt x="74824" y="98803"/>
                      <a:pt x="83035" y="97387"/>
                      <a:pt x="83035" y="84356"/>
                    </a:cubicBezTo>
                    <a:lnTo>
                      <a:pt x="123831" y="8435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9" name="Freeform: Shape 27">
                <a:extLst>
                  <a:ext uri="{FF2B5EF4-FFF2-40B4-BE49-F238E27FC236}">
                    <a16:creationId xmlns:a16="http://schemas.microsoft.com/office/drawing/2014/main" id="{00C8CCE5-454E-4CB9-76CD-0BDEA5AC0634}"/>
                  </a:ext>
                </a:extLst>
              </p:cNvPr>
              <p:cNvSpPr/>
              <p:nvPr/>
            </p:nvSpPr>
            <p:spPr>
              <a:xfrm>
                <a:off x="5056306" y="2534521"/>
                <a:ext cx="121883" cy="127248"/>
              </a:xfrm>
              <a:custGeom>
                <a:avLst/>
                <a:gdLst>
                  <a:gd name="connsiteX0" fmla="*/ 121883 w 121883"/>
                  <a:gd name="connsiteY0" fmla="*/ 76077 h 127248"/>
                  <a:gd name="connsiteX1" fmla="*/ 107885 w 121883"/>
                  <a:gd name="connsiteY1" fmla="*/ 118956 h 127248"/>
                  <a:gd name="connsiteX2" fmla="*/ 60581 w 121883"/>
                  <a:gd name="connsiteY2" fmla="*/ 127249 h 127248"/>
                  <a:gd name="connsiteX3" fmla="*/ 0 w 121883"/>
                  <a:gd name="connsiteY3" fmla="*/ 63740 h 127248"/>
                  <a:gd name="connsiteX4" fmla="*/ 60581 w 121883"/>
                  <a:gd name="connsiteY4" fmla="*/ 0 h 127248"/>
                  <a:gd name="connsiteX5" fmla="*/ 121883 w 121883"/>
                  <a:gd name="connsiteY5" fmla="*/ 48094 h 127248"/>
                  <a:gd name="connsiteX6" fmla="*/ 80352 w 121883"/>
                  <a:gd name="connsiteY6" fmla="*/ 48094 h 127248"/>
                  <a:gd name="connsiteX7" fmla="*/ 76975 w 121883"/>
                  <a:gd name="connsiteY7" fmla="*/ 34818 h 127248"/>
                  <a:gd name="connsiteX8" fmla="*/ 60567 w 121883"/>
                  <a:gd name="connsiteY8" fmla="*/ 31250 h 127248"/>
                  <a:gd name="connsiteX9" fmla="*/ 41504 w 121883"/>
                  <a:gd name="connsiteY9" fmla="*/ 63726 h 127248"/>
                  <a:gd name="connsiteX10" fmla="*/ 60567 w 121883"/>
                  <a:gd name="connsiteY10" fmla="*/ 95957 h 127248"/>
                  <a:gd name="connsiteX11" fmla="*/ 80352 w 121883"/>
                  <a:gd name="connsiteY11" fmla="*/ 76050 h 127248"/>
                  <a:gd name="connsiteX12" fmla="*/ 121883 w 121883"/>
                  <a:gd name="connsiteY12" fmla="*/ 76050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1883" h="127248">
                    <a:moveTo>
                      <a:pt x="121883" y="76077"/>
                    </a:moveTo>
                    <a:cubicBezTo>
                      <a:pt x="121883" y="99293"/>
                      <a:pt x="117785" y="112093"/>
                      <a:pt x="107885" y="118956"/>
                    </a:cubicBezTo>
                    <a:cubicBezTo>
                      <a:pt x="98231" y="126064"/>
                      <a:pt x="83021" y="127249"/>
                      <a:pt x="60581" y="127249"/>
                    </a:cubicBezTo>
                    <a:cubicBezTo>
                      <a:pt x="11588" y="127249"/>
                      <a:pt x="0" y="112788"/>
                      <a:pt x="0" y="63740"/>
                    </a:cubicBezTo>
                    <a:cubicBezTo>
                      <a:pt x="0" y="21555"/>
                      <a:pt x="8701" y="0"/>
                      <a:pt x="60581" y="0"/>
                    </a:cubicBezTo>
                    <a:cubicBezTo>
                      <a:pt x="97019" y="0"/>
                      <a:pt x="121883" y="3785"/>
                      <a:pt x="121883" y="48094"/>
                    </a:cubicBezTo>
                    <a:lnTo>
                      <a:pt x="80352" y="48094"/>
                    </a:lnTo>
                    <a:cubicBezTo>
                      <a:pt x="80597" y="41463"/>
                      <a:pt x="79889" y="37432"/>
                      <a:pt x="76975" y="34818"/>
                    </a:cubicBezTo>
                    <a:cubicBezTo>
                      <a:pt x="74075" y="32217"/>
                      <a:pt x="69255" y="31250"/>
                      <a:pt x="60567" y="31250"/>
                    </a:cubicBezTo>
                    <a:cubicBezTo>
                      <a:pt x="45848" y="31250"/>
                      <a:pt x="41504" y="35295"/>
                      <a:pt x="41504" y="63726"/>
                    </a:cubicBezTo>
                    <a:cubicBezTo>
                      <a:pt x="41504" y="92158"/>
                      <a:pt x="44881" y="95957"/>
                      <a:pt x="60567" y="95957"/>
                    </a:cubicBezTo>
                    <a:cubicBezTo>
                      <a:pt x="79386" y="95957"/>
                      <a:pt x="80352" y="91450"/>
                      <a:pt x="80352" y="76050"/>
                    </a:cubicBezTo>
                    <a:lnTo>
                      <a:pt x="121883" y="760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0" name="Freeform: Shape 28">
                <a:extLst>
                  <a:ext uri="{FF2B5EF4-FFF2-40B4-BE49-F238E27FC236}">
                    <a16:creationId xmlns:a16="http://schemas.microsoft.com/office/drawing/2014/main" id="{E4A741E5-D16F-39C6-808B-FB4915459098}"/>
                  </a:ext>
                </a:extLst>
              </p:cNvPr>
              <p:cNvSpPr/>
              <p:nvPr/>
            </p:nvSpPr>
            <p:spPr>
              <a:xfrm>
                <a:off x="5197022" y="2482641"/>
                <a:ext cx="121883" cy="177726"/>
              </a:xfrm>
              <a:custGeom>
                <a:avLst/>
                <a:gdLst>
                  <a:gd name="connsiteX0" fmla="*/ 41504 w 121883"/>
                  <a:gd name="connsiteY0" fmla="*/ 76526 h 177726"/>
                  <a:gd name="connsiteX1" fmla="*/ 43192 w 121883"/>
                  <a:gd name="connsiteY1" fmla="*/ 76526 h 177726"/>
                  <a:gd name="connsiteX2" fmla="*/ 81088 w 121883"/>
                  <a:gd name="connsiteY2" fmla="*/ 51893 h 177726"/>
                  <a:gd name="connsiteX3" fmla="*/ 121883 w 121883"/>
                  <a:gd name="connsiteY3" fmla="*/ 91709 h 177726"/>
                  <a:gd name="connsiteX4" fmla="*/ 121883 w 121883"/>
                  <a:gd name="connsiteY4" fmla="*/ 177726 h 177726"/>
                  <a:gd name="connsiteX5" fmla="*/ 80366 w 121883"/>
                  <a:gd name="connsiteY5" fmla="*/ 177726 h 177726"/>
                  <a:gd name="connsiteX6" fmla="*/ 80366 w 121883"/>
                  <a:gd name="connsiteY6" fmla="*/ 101173 h 177726"/>
                  <a:gd name="connsiteX7" fmla="*/ 63236 w 121883"/>
                  <a:gd name="connsiteY7" fmla="*/ 83158 h 177726"/>
                  <a:gd name="connsiteX8" fmla="*/ 41517 w 121883"/>
                  <a:gd name="connsiteY8" fmla="*/ 109234 h 177726"/>
                  <a:gd name="connsiteX9" fmla="*/ 41517 w 121883"/>
                  <a:gd name="connsiteY9" fmla="*/ 177726 h 177726"/>
                  <a:gd name="connsiteX10" fmla="*/ 0 w 121883"/>
                  <a:gd name="connsiteY10" fmla="*/ 177726 h 177726"/>
                  <a:gd name="connsiteX11" fmla="*/ 0 w 121883"/>
                  <a:gd name="connsiteY11" fmla="*/ 0 h 177726"/>
                  <a:gd name="connsiteX12" fmla="*/ 41517 w 121883"/>
                  <a:gd name="connsiteY12" fmla="*/ 0 h 177726"/>
                  <a:gd name="connsiteX13" fmla="*/ 41517 w 121883"/>
                  <a:gd name="connsiteY13" fmla="*/ 76526 h 177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883" h="177726">
                    <a:moveTo>
                      <a:pt x="41504" y="76526"/>
                    </a:moveTo>
                    <a:lnTo>
                      <a:pt x="43192" y="76526"/>
                    </a:lnTo>
                    <a:cubicBezTo>
                      <a:pt x="49225" y="56864"/>
                      <a:pt x="61548" y="51893"/>
                      <a:pt x="81088" y="51893"/>
                    </a:cubicBezTo>
                    <a:cubicBezTo>
                      <a:pt x="109084" y="51893"/>
                      <a:pt x="121883" y="64925"/>
                      <a:pt x="121883" y="91709"/>
                    </a:cubicBezTo>
                    <a:lnTo>
                      <a:pt x="121883" y="177726"/>
                    </a:lnTo>
                    <a:lnTo>
                      <a:pt x="80366" y="177726"/>
                    </a:lnTo>
                    <a:lnTo>
                      <a:pt x="80366" y="101173"/>
                    </a:lnTo>
                    <a:cubicBezTo>
                      <a:pt x="80134" y="89095"/>
                      <a:pt x="76744" y="83158"/>
                      <a:pt x="63236" y="83158"/>
                    </a:cubicBezTo>
                    <a:cubicBezTo>
                      <a:pt x="44663" y="83158"/>
                      <a:pt x="41517" y="94065"/>
                      <a:pt x="41517" y="109234"/>
                    </a:cubicBezTo>
                    <a:lnTo>
                      <a:pt x="41517" y="177726"/>
                    </a:lnTo>
                    <a:lnTo>
                      <a:pt x="0" y="177726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652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EB74BF4-067C-1513-E5AE-41A671FCB140}"/>
                </a:ext>
              </a:extLst>
            </p:cNvPr>
            <p:cNvGrpSpPr/>
            <p:nvPr/>
          </p:nvGrpSpPr>
          <p:grpSpPr>
            <a:xfrm>
              <a:off x="3824442" y="2481552"/>
              <a:ext cx="179889" cy="179891"/>
              <a:chOff x="3824442" y="2481552"/>
              <a:chExt cx="179889" cy="179891"/>
            </a:xfrm>
          </p:grpSpPr>
          <p:sp>
            <p:nvSpPr>
              <p:cNvPr id="22" name="Freeform: Shape 7">
                <a:extLst>
                  <a:ext uri="{FF2B5EF4-FFF2-40B4-BE49-F238E27FC236}">
                    <a16:creationId xmlns:a16="http://schemas.microsoft.com/office/drawing/2014/main" id="{D0CBA046-23D2-1467-A6A1-44E7A64F6171}"/>
                  </a:ext>
                </a:extLst>
              </p:cNvPr>
              <p:cNvSpPr/>
              <p:nvPr/>
            </p:nvSpPr>
            <p:spPr>
              <a:xfrm>
                <a:off x="382444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10">
                <a:extLst>
                  <a:ext uri="{FF2B5EF4-FFF2-40B4-BE49-F238E27FC236}">
                    <a16:creationId xmlns:a16="http://schemas.microsoft.com/office/drawing/2014/main" id="{131B2CAC-4827-6D37-4E34-DD8788C7222B}"/>
                  </a:ext>
                </a:extLst>
              </p:cNvPr>
              <p:cNvSpPr/>
              <p:nvPr/>
            </p:nvSpPr>
            <p:spPr>
              <a:xfrm>
                <a:off x="3887569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11">
                <a:extLst>
                  <a:ext uri="{FF2B5EF4-FFF2-40B4-BE49-F238E27FC236}">
                    <a16:creationId xmlns:a16="http://schemas.microsoft.com/office/drawing/2014/main" id="{E791BACC-CFF4-B381-1E0E-BFBD4B8A72A4}"/>
                  </a:ext>
                </a:extLst>
              </p:cNvPr>
              <p:cNvSpPr/>
              <p:nvPr/>
            </p:nvSpPr>
            <p:spPr>
              <a:xfrm>
                <a:off x="395068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" name="Freeform: Shape 13">
                <a:extLst>
                  <a:ext uri="{FF2B5EF4-FFF2-40B4-BE49-F238E27FC236}">
                    <a16:creationId xmlns:a16="http://schemas.microsoft.com/office/drawing/2014/main" id="{3C75F5F6-BDE3-45AB-67D8-57B4513FB695}"/>
                  </a:ext>
                </a:extLst>
              </p:cNvPr>
              <p:cNvSpPr/>
              <p:nvPr/>
            </p:nvSpPr>
            <p:spPr>
              <a:xfrm>
                <a:off x="382444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14">
                <a:extLst>
                  <a:ext uri="{FF2B5EF4-FFF2-40B4-BE49-F238E27FC236}">
                    <a16:creationId xmlns:a16="http://schemas.microsoft.com/office/drawing/2014/main" id="{CCF071C8-30E5-D664-6245-7F671B875488}"/>
                  </a:ext>
                </a:extLst>
              </p:cNvPr>
              <p:cNvSpPr/>
              <p:nvPr/>
            </p:nvSpPr>
            <p:spPr>
              <a:xfrm>
                <a:off x="3887569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15">
                <a:extLst>
                  <a:ext uri="{FF2B5EF4-FFF2-40B4-BE49-F238E27FC236}">
                    <a16:creationId xmlns:a16="http://schemas.microsoft.com/office/drawing/2014/main" id="{34C40B20-CB1E-977A-4D60-446780F15A3A}"/>
                  </a:ext>
                </a:extLst>
              </p:cNvPr>
              <p:cNvSpPr/>
              <p:nvPr/>
            </p:nvSpPr>
            <p:spPr>
              <a:xfrm>
                <a:off x="395068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16">
                <a:extLst>
                  <a:ext uri="{FF2B5EF4-FFF2-40B4-BE49-F238E27FC236}">
                    <a16:creationId xmlns:a16="http://schemas.microsoft.com/office/drawing/2014/main" id="{6C1B54AD-1741-7CE0-8B38-7D51F1FCA8CC}"/>
                  </a:ext>
                </a:extLst>
              </p:cNvPr>
              <p:cNvSpPr/>
              <p:nvPr/>
            </p:nvSpPr>
            <p:spPr>
              <a:xfrm>
                <a:off x="382444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" name="Freeform: Shape 17">
                <a:extLst>
                  <a:ext uri="{FF2B5EF4-FFF2-40B4-BE49-F238E27FC236}">
                    <a16:creationId xmlns:a16="http://schemas.microsoft.com/office/drawing/2014/main" id="{2D52E858-2EB4-CD67-4494-702C2A669AF5}"/>
                  </a:ext>
                </a:extLst>
              </p:cNvPr>
              <p:cNvSpPr/>
              <p:nvPr/>
            </p:nvSpPr>
            <p:spPr>
              <a:xfrm>
                <a:off x="3887569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" name="Freeform: Shape 18">
                <a:extLst>
                  <a:ext uri="{FF2B5EF4-FFF2-40B4-BE49-F238E27FC236}">
                    <a16:creationId xmlns:a16="http://schemas.microsoft.com/office/drawing/2014/main" id="{22EEED4A-7A37-BE96-16C9-05C3FF3D104C}"/>
                  </a:ext>
                </a:extLst>
              </p:cNvPr>
              <p:cNvSpPr/>
              <p:nvPr/>
            </p:nvSpPr>
            <p:spPr>
              <a:xfrm>
                <a:off x="395068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41825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White_Content_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AE8B7343-557D-F25B-8BBC-0F148C4E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40" y="308506"/>
            <a:ext cx="8669120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FD12A8C-5D71-1C71-45D3-B27211CBDB50}"/>
              </a:ext>
            </a:extLst>
          </p:cNvPr>
          <p:cNvSpPr txBox="1">
            <a:spLocks/>
          </p:cNvSpPr>
          <p:nvPr userDrawn="1"/>
        </p:nvSpPr>
        <p:spPr>
          <a:xfrm>
            <a:off x="8757480" y="4806255"/>
            <a:ext cx="14908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37A3306-72CE-48AC-9363-0EAE74D66663}" type="slidenum">
              <a:rPr lang="en-IN" sz="800" smtClean="0">
                <a:solidFill>
                  <a:schemeClr val="bg1"/>
                </a:solidFill>
              </a:rPr>
              <a:pPr algn="r"/>
              <a:t>‹#›</a:t>
            </a:fld>
            <a:endParaRPr lang="en-IN" sz="800">
              <a:solidFill>
                <a:schemeClr val="bg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82DAC0-0608-87E0-C8C9-A253D58150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8125" y="668257"/>
            <a:ext cx="8667750" cy="15234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+mn-lt"/>
                <a:cs typeface="Bai Jamjuree" panose="00000500000000000000" pitchFamily="2" charset="-34"/>
              </a:defRPr>
            </a:lvl1pPr>
            <a:lvl2pPr marL="342900" indent="0">
              <a:buNone/>
              <a:defRPr sz="1100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2pPr>
            <a:lvl3pPr marL="685800" indent="0">
              <a:buNone/>
              <a:defRPr sz="1100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3pPr>
            <a:lvl4pPr marL="1028700" indent="0">
              <a:buNone/>
              <a:defRPr sz="1100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4pPr>
            <a:lvl5pPr marL="1371600" indent="0">
              <a:buNone/>
              <a:defRPr sz="1100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AE0200-2B83-26A8-CCEB-C59B6F62625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38125" y="926638"/>
            <a:ext cx="1193369" cy="1191812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CFF1820F-EB97-D40F-15E3-740CD543D8C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38125" y="2224482"/>
            <a:ext cx="1193369" cy="1191812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DFEEBC1E-C282-8E73-4C90-13A0A14F24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926638"/>
            <a:ext cx="1193369" cy="1191812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D897D421-613C-7204-F2B4-269927BCDC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0" y="2224482"/>
            <a:ext cx="1193369" cy="1191812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2" name="Picture Placeholder 15">
            <a:extLst>
              <a:ext uri="{FF2B5EF4-FFF2-40B4-BE49-F238E27FC236}">
                <a16:creationId xmlns:a16="http://schemas.microsoft.com/office/drawing/2014/main" id="{F3D2B56F-14C4-9683-6E7D-968729EB2AE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38125" y="3522325"/>
            <a:ext cx="1193369" cy="1191812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CF080511-163D-F6B4-00A3-94B5ED21A60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2000" y="3522325"/>
            <a:ext cx="1193369" cy="1191812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B05FD84-2686-E4FC-F271-01295FC76FE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33393" y="4804408"/>
            <a:ext cx="1042737" cy="126000"/>
            <a:chOff x="3824442" y="2481198"/>
            <a:chExt cx="1494463" cy="18058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EEB5D7F-CBE3-3D90-3A1A-341C868926D3}"/>
                </a:ext>
              </a:extLst>
            </p:cNvPr>
            <p:cNvGrpSpPr/>
            <p:nvPr/>
          </p:nvGrpSpPr>
          <p:grpSpPr>
            <a:xfrm>
              <a:off x="4083922" y="2481198"/>
              <a:ext cx="1234983" cy="180585"/>
              <a:chOff x="4083922" y="2481198"/>
              <a:chExt cx="1234983" cy="180585"/>
            </a:xfrm>
          </p:grpSpPr>
          <p:sp>
            <p:nvSpPr>
              <p:cNvPr id="33" name="Freeform: Shape 19">
                <a:extLst>
                  <a:ext uri="{FF2B5EF4-FFF2-40B4-BE49-F238E27FC236}">
                    <a16:creationId xmlns:a16="http://schemas.microsoft.com/office/drawing/2014/main" id="{3BFAB98D-5362-2768-5594-E9922FDC72F0}"/>
                  </a:ext>
                </a:extLst>
              </p:cNvPr>
              <p:cNvSpPr/>
              <p:nvPr/>
            </p:nvSpPr>
            <p:spPr>
              <a:xfrm>
                <a:off x="4083922" y="2481198"/>
                <a:ext cx="159274" cy="180558"/>
              </a:xfrm>
              <a:custGeom>
                <a:avLst/>
                <a:gdLst>
                  <a:gd name="connsiteX0" fmla="*/ 159275 w 159274"/>
                  <a:gd name="connsiteY0" fmla="*/ 111848 h 180558"/>
                  <a:gd name="connsiteX1" fmla="*/ 159275 w 159274"/>
                  <a:gd name="connsiteY1" fmla="*/ 117063 h 180558"/>
                  <a:gd name="connsiteX2" fmla="*/ 142622 w 159274"/>
                  <a:gd name="connsiteY2" fmla="*/ 167541 h 180558"/>
                  <a:gd name="connsiteX3" fmla="*/ 85186 w 159274"/>
                  <a:gd name="connsiteY3" fmla="*/ 180558 h 180558"/>
                  <a:gd name="connsiteX4" fmla="*/ 0 w 159274"/>
                  <a:gd name="connsiteY4" fmla="*/ 113264 h 180558"/>
                  <a:gd name="connsiteX5" fmla="*/ 0 w 159274"/>
                  <a:gd name="connsiteY5" fmla="*/ 67294 h 180558"/>
                  <a:gd name="connsiteX6" fmla="*/ 85186 w 159274"/>
                  <a:gd name="connsiteY6" fmla="*/ 0 h 180558"/>
                  <a:gd name="connsiteX7" fmla="*/ 159043 w 159274"/>
                  <a:gd name="connsiteY7" fmla="*/ 58307 h 180558"/>
                  <a:gd name="connsiteX8" fmla="*/ 159043 w 159274"/>
                  <a:gd name="connsiteY8" fmla="*/ 65183 h 180558"/>
                  <a:gd name="connsiteX9" fmla="*/ 109315 w 159274"/>
                  <a:gd name="connsiteY9" fmla="*/ 65183 h 180558"/>
                  <a:gd name="connsiteX10" fmla="*/ 109315 w 159274"/>
                  <a:gd name="connsiteY10" fmla="*/ 58307 h 180558"/>
                  <a:gd name="connsiteX11" fmla="*/ 79876 w 159274"/>
                  <a:gd name="connsiteY11" fmla="*/ 41232 h 180558"/>
                  <a:gd name="connsiteX12" fmla="*/ 49701 w 159274"/>
                  <a:gd name="connsiteY12" fmla="*/ 74892 h 180558"/>
                  <a:gd name="connsiteX13" fmla="*/ 49701 w 159274"/>
                  <a:gd name="connsiteY13" fmla="*/ 102616 h 180558"/>
                  <a:gd name="connsiteX14" fmla="*/ 79876 w 159274"/>
                  <a:gd name="connsiteY14" fmla="*/ 139354 h 180558"/>
                  <a:gd name="connsiteX15" fmla="*/ 109560 w 159274"/>
                  <a:gd name="connsiteY15" fmla="*/ 117091 h 180558"/>
                  <a:gd name="connsiteX16" fmla="*/ 109560 w 159274"/>
                  <a:gd name="connsiteY16" fmla="*/ 111875 h 180558"/>
                  <a:gd name="connsiteX17" fmla="*/ 159275 w 159274"/>
                  <a:gd name="connsiteY17" fmla="*/ 111875 h 180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9274" h="180558">
                    <a:moveTo>
                      <a:pt x="159275" y="111848"/>
                    </a:moveTo>
                    <a:lnTo>
                      <a:pt x="159275" y="117063"/>
                    </a:lnTo>
                    <a:cubicBezTo>
                      <a:pt x="159275" y="136481"/>
                      <a:pt x="159030" y="154019"/>
                      <a:pt x="142622" y="167541"/>
                    </a:cubicBezTo>
                    <a:cubicBezTo>
                      <a:pt x="126200" y="180803"/>
                      <a:pt x="106183" y="180558"/>
                      <a:pt x="85186" y="180558"/>
                    </a:cubicBezTo>
                    <a:cubicBezTo>
                      <a:pt x="35948" y="180558"/>
                      <a:pt x="0" y="178189"/>
                      <a:pt x="0" y="113264"/>
                    </a:cubicBezTo>
                    <a:lnTo>
                      <a:pt x="0" y="67294"/>
                    </a:lnTo>
                    <a:cubicBezTo>
                      <a:pt x="-14" y="8538"/>
                      <a:pt x="32081" y="0"/>
                      <a:pt x="85186" y="0"/>
                    </a:cubicBezTo>
                    <a:cubicBezTo>
                      <a:pt x="134901" y="0"/>
                      <a:pt x="158077" y="4970"/>
                      <a:pt x="159043" y="58307"/>
                    </a:cubicBezTo>
                    <a:lnTo>
                      <a:pt x="159043" y="65183"/>
                    </a:lnTo>
                    <a:lnTo>
                      <a:pt x="109315" y="65183"/>
                    </a:lnTo>
                    <a:lnTo>
                      <a:pt x="109315" y="58307"/>
                    </a:lnTo>
                    <a:cubicBezTo>
                      <a:pt x="107640" y="42430"/>
                      <a:pt x="96284" y="41232"/>
                      <a:pt x="79876" y="41232"/>
                    </a:cubicBezTo>
                    <a:cubicBezTo>
                      <a:pt x="52356" y="41232"/>
                      <a:pt x="49701" y="49538"/>
                      <a:pt x="49701" y="74892"/>
                    </a:cubicBezTo>
                    <a:lnTo>
                      <a:pt x="49701" y="102616"/>
                    </a:lnTo>
                    <a:cubicBezTo>
                      <a:pt x="49701" y="129169"/>
                      <a:pt x="50913" y="139354"/>
                      <a:pt x="79876" y="139354"/>
                    </a:cubicBezTo>
                    <a:cubicBezTo>
                      <a:pt x="99906" y="139354"/>
                      <a:pt x="109560" y="137938"/>
                      <a:pt x="109560" y="117091"/>
                    </a:cubicBezTo>
                    <a:lnTo>
                      <a:pt x="109560" y="111875"/>
                    </a:lnTo>
                    <a:lnTo>
                      <a:pt x="159275" y="111875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4" name="Freeform: Shape 20">
                <a:extLst>
                  <a:ext uri="{FF2B5EF4-FFF2-40B4-BE49-F238E27FC236}">
                    <a16:creationId xmlns:a16="http://schemas.microsoft.com/office/drawing/2014/main" id="{4DA1CA62-1AF7-81D4-F234-7661757C6ED2}"/>
                  </a:ext>
                </a:extLst>
              </p:cNvPr>
              <p:cNvSpPr/>
              <p:nvPr/>
            </p:nvSpPr>
            <p:spPr>
              <a:xfrm>
                <a:off x="4261525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5" name="Freeform: Shape 21">
                <a:extLst>
                  <a:ext uri="{FF2B5EF4-FFF2-40B4-BE49-F238E27FC236}">
                    <a16:creationId xmlns:a16="http://schemas.microsoft.com/office/drawing/2014/main" id="{07E60B9C-4BF0-ED12-4A1B-2BB13353C3E0}"/>
                  </a:ext>
                </a:extLst>
              </p:cNvPr>
              <p:cNvSpPr/>
              <p:nvPr/>
            </p:nvSpPr>
            <p:spPr>
              <a:xfrm>
                <a:off x="4316564" y="2509643"/>
                <a:ext cx="110540" cy="152126"/>
              </a:xfrm>
              <a:custGeom>
                <a:avLst/>
                <a:gdLst>
                  <a:gd name="connsiteX0" fmla="*/ 104985 w 110540"/>
                  <a:gd name="connsiteY0" fmla="*/ 56142 h 152126"/>
                  <a:gd name="connsiteX1" fmla="*/ 56959 w 110540"/>
                  <a:gd name="connsiteY1" fmla="*/ 56142 h 152126"/>
                  <a:gd name="connsiteX2" fmla="*/ 56959 w 110540"/>
                  <a:gd name="connsiteY2" fmla="*/ 111835 h 152126"/>
                  <a:gd name="connsiteX3" fmla="*/ 66382 w 110540"/>
                  <a:gd name="connsiteY3" fmla="*/ 122265 h 152126"/>
                  <a:gd name="connsiteX4" fmla="*/ 77234 w 110540"/>
                  <a:gd name="connsiteY4" fmla="*/ 106156 h 152126"/>
                  <a:gd name="connsiteX5" fmla="*/ 77479 w 110540"/>
                  <a:gd name="connsiteY5" fmla="*/ 99511 h 152126"/>
                  <a:gd name="connsiteX6" fmla="*/ 110541 w 110540"/>
                  <a:gd name="connsiteY6" fmla="*/ 99511 h 152126"/>
                  <a:gd name="connsiteX7" fmla="*/ 110541 w 110540"/>
                  <a:gd name="connsiteY7" fmla="*/ 110650 h 152126"/>
                  <a:gd name="connsiteX8" fmla="*/ 63958 w 110540"/>
                  <a:gd name="connsiteY8" fmla="*/ 152127 h 152126"/>
                  <a:gd name="connsiteX9" fmla="*/ 15455 w 110540"/>
                  <a:gd name="connsiteY9" fmla="*/ 117526 h 152126"/>
                  <a:gd name="connsiteX10" fmla="*/ 15455 w 110540"/>
                  <a:gd name="connsiteY10" fmla="*/ 56142 h 152126"/>
                  <a:gd name="connsiteX11" fmla="*/ 0 w 110540"/>
                  <a:gd name="connsiteY11" fmla="*/ 56142 h 152126"/>
                  <a:gd name="connsiteX12" fmla="*/ 0 w 110540"/>
                  <a:gd name="connsiteY12" fmla="*/ 26294 h 152126"/>
                  <a:gd name="connsiteX13" fmla="*/ 15455 w 110540"/>
                  <a:gd name="connsiteY13" fmla="*/ 26294 h 152126"/>
                  <a:gd name="connsiteX14" fmla="*/ 15455 w 110540"/>
                  <a:gd name="connsiteY14" fmla="*/ 0 h 152126"/>
                  <a:gd name="connsiteX15" fmla="*/ 56959 w 110540"/>
                  <a:gd name="connsiteY15" fmla="*/ 0 h 152126"/>
                  <a:gd name="connsiteX16" fmla="*/ 56959 w 110540"/>
                  <a:gd name="connsiteY16" fmla="*/ 26294 h 152126"/>
                  <a:gd name="connsiteX17" fmla="*/ 104985 w 110540"/>
                  <a:gd name="connsiteY17" fmla="*/ 26294 h 152126"/>
                  <a:gd name="connsiteX18" fmla="*/ 104985 w 110540"/>
                  <a:gd name="connsiteY18" fmla="*/ 56142 h 15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0540" h="152126">
                    <a:moveTo>
                      <a:pt x="104985" y="56142"/>
                    </a:moveTo>
                    <a:lnTo>
                      <a:pt x="56959" y="56142"/>
                    </a:lnTo>
                    <a:lnTo>
                      <a:pt x="56959" y="111835"/>
                    </a:lnTo>
                    <a:cubicBezTo>
                      <a:pt x="57204" y="119188"/>
                      <a:pt x="58674" y="122265"/>
                      <a:pt x="66382" y="122265"/>
                    </a:cubicBezTo>
                    <a:cubicBezTo>
                      <a:pt x="77234" y="122265"/>
                      <a:pt x="76758" y="114680"/>
                      <a:pt x="77234" y="106156"/>
                    </a:cubicBezTo>
                    <a:lnTo>
                      <a:pt x="77479" y="99511"/>
                    </a:lnTo>
                    <a:lnTo>
                      <a:pt x="110541" y="99511"/>
                    </a:lnTo>
                    <a:lnTo>
                      <a:pt x="110541" y="110650"/>
                    </a:lnTo>
                    <a:cubicBezTo>
                      <a:pt x="110541" y="144542"/>
                      <a:pt x="97741" y="152127"/>
                      <a:pt x="63958" y="152127"/>
                    </a:cubicBezTo>
                    <a:cubicBezTo>
                      <a:pt x="37419" y="152127"/>
                      <a:pt x="15455" y="148804"/>
                      <a:pt x="15455" y="117526"/>
                    </a:cubicBezTo>
                    <a:lnTo>
                      <a:pt x="15455" y="56142"/>
                    </a:lnTo>
                    <a:lnTo>
                      <a:pt x="0" y="56142"/>
                    </a:lnTo>
                    <a:lnTo>
                      <a:pt x="0" y="26294"/>
                    </a:lnTo>
                    <a:lnTo>
                      <a:pt x="15455" y="26294"/>
                    </a:lnTo>
                    <a:lnTo>
                      <a:pt x="15455" y="0"/>
                    </a:lnTo>
                    <a:lnTo>
                      <a:pt x="56959" y="0"/>
                    </a:lnTo>
                    <a:lnTo>
                      <a:pt x="56959" y="26294"/>
                    </a:lnTo>
                    <a:lnTo>
                      <a:pt x="104985" y="26294"/>
                    </a:lnTo>
                    <a:lnTo>
                      <a:pt x="104985" y="5614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6" name="Freeform: Shape 22">
                <a:extLst>
                  <a:ext uri="{FF2B5EF4-FFF2-40B4-BE49-F238E27FC236}">
                    <a16:creationId xmlns:a16="http://schemas.microsoft.com/office/drawing/2014/main" id="{B2121B97-A3C8-9E2D-8476-BA1679EE79B7}"/>
                  </a:ext>
                </a:extLst>
              </p:cNvPr>
              <p:cNvSpPr/>
              <p:nvPr/>
            </p:nvSpPr>
            <p:spPr>
              <a:xfrm>
                <a:off x="4440599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7" name="Freeform: Shape 23">
                <a:extLst>
                  <a:ext uri="{FF2B5EF4-FFF2-40B4-BE49-F238E27FC236}">
                    <a16:creationId xmlns:a16="http://schemas.microsoft.com/office/drawing/2014/main" id="{554A5E5B-2A35-4AA9-099C-82F70149B790}"/>
                  </a:ext>
                </a:extLst>
              </p:cNvPr>
              <p:cNvSpPr/>
              <p:nvPr/>
            </p:nvSpPr>
            <p:spPr>
              <a:xfrm>
                <a:off x="4504570" y="2535923"/>
                <a:ext cx="121651" cy="125846"/>
              </a:xfrm>
              <a:custGeom>
                <a:avLst/>
                <a:gdLst>
                  <a:gd name="connsiteX0" fmla="*/ 81333 w 121651"/>
                  <a:gd name="connsiteY0" fmla="*/ 124430 h 125846"/>
                  <a:gd name="connsiteX1" fmla="*/ 82790 w 121651"/>
                  <a:gd name="connsiteY1" fmla="*/ 100492 h 125846"/>
                  <a:gd name="connsiteX2" fmla="*/ 80856 w 121651"/>
                  <a:gd name="connsiteY2" fmla="*/ 100492 h 125846"/>
                  <a:gd name="connsiteX3" fmla="*/ 42961 w 121651"/>
                  <a:gd name="connsiteY3" fmla="*/ 125846 h 125846"/>
                  <a:gd name="connsiteX4" fmla="*/ 0 w 121651"/>
                  <a:gd name="connsiteY4" fmla="*/ 85091 h 125846"/>
                  <a:gd name="connsiteX5" fmla="*/ 0 w 121651"/>
                  <a:gd name="connsiteY5" fmla="*/ 0 h 125846"/>
                  <a:gd name="connsiteX6" fmla="*/ 41517 w 121651"/>
                  <a:gd name="connsiteY6" fmla="*/ 0 h 125846"/>
                  <a:gd name="connsiteX7" fmla="*/ 41517 w 121651"/>
                  <a:gd name="connsiteY7" fmla="*/ 74184 h 125846"/>
                  <a:gd name="connsiteX8" fmla="*/ 56727 w 121651"/>
                  <a:gd name="connsiteY8" fmla="*/ 94555 h 125846"/>
                  <a:gd name="connsiteX9" fmla="*/ 80134 w 121651"/>
                  <a:gd name="connsiteY9" fmla="*/ 76540 h 125846"/>
                  <a:gd name="connsiteX10" fmla="*/ 80134 w 121651"/>
                  <a:gd name="connsiteY10" fmla="*/ 0 h 125846"/>
                  <a:gd name="connsiteX11" fmla="*/ 121652 w 121651"/>
                  <a:gd name="connsiteY11" fmla="*/ 0 h 125846"/>
                  <a:gd name="connsiteX12" fmla="*/ 121652 w 121651"/>
                  <a:gd name="connsiteY12" fmla="*/ 124416 h 125846"/>
                  <a:gd name="connsiteX13" fmla="*/ 81346 w 121651"/>
                  <a:gd name="connsiteY13" fmla="*/ 124416 h 125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651" h="125846">
                    <a:moveTo>
                      <a:pt x="81333" y="124430"/>
                    </a:moveTo>
                    <a:lnTo>
                      <a:pt x="82790" y="100492"/>
                    </a:lnTo>
                    <a:lnTo>
                      <a:pt x="80856" y="100492"/>
                    </a:lnTo>
                    <a:cubicBezTo>
                      <a:pt x="75055" y="119691"/>
                      <a:pt x="60581" y="125846"/>
                      <a:pt x="42961" y="125846"/>
                    </a:cubicBezTo>
                    <a:cubicBezTo>
                      <a:pt x="17865" y="125846"/>
                      <a:pt x="0" y="115416"/>
                      <a:pt x="0" y="85091"/>
                    </a:cubicBez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4184"/>
                    </a:lnTo>
                    <a:cubicBezTo>
                      <a:pt x="41517" y="85554"/>
                      <a:pt x="42729" y="94555"/>
                      <a:pt x="56727" y="94555"/>
                    </a:cubicBezTo>
                    <a:cubicBezTo>
                      <a:pt x="67825" y="94555"/>
                      <a:pt x="80134" y="88863"/>
                      <a:pt x="80134" y="76540"/>
                    </a:cubicBezTo>
                    <a:lnTo>
                      <a:pt x="80134" y="0"/>
                    </a:lnTo>
                    <a:lnTo>
                      <a:pt x="121652" y="0"/>
                    </a:lnTo>
                    <a:lnTo>
                      <a:pt x="121652" y="124416"/>
                    </a:lnTo>
                    <a:lnTo>
                      <a:pt x="81346" y="12441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8" name="Freeform: Shape 24">
                <a:extLst>
                  <a:ext uri="{FF2B5EF4-FFF2-40B4-BE49-F238E27FC236}">
                    <a16:creationId xmlns:a16="http://schemas.microsoft.com/office/drawing/2014/main" id="{8083F5A1-1A2E-1CEC-1F37-11BC6C5BE714}"/>
                  </a:ext>
                </a:extLst>
              </p:cNvPr>
              <p:cNvSpPr/>
              <p:nvPr/>
            </p:nvSpPr>
            <p:spPr>
              <a:xfrm>
                <a:off x="4648403" y="2534548"/>
                <a:ext cx="124048" cy="127235"/>
              </a:xfrm>
              <a:custGeom>
                <a:avLst/>
                <a:gdLst>
                  <a:gd name="connsiteX0" fmla="*/ 78909 w 124048"/>
                  <a:gd name="connsiteY0" fmla="*/ 36711 h 127235"/>
                  <a:gd name="connsiteX1" fmla="*/ 62024 w 124048"/>
                  <a:gd name="connsiteY1" fmla="*/ 26280 h 127235"/>
                  <a:gd name="connsiteX2" fmla="*/ 40292 w 124048"/>
                  <a:gd name="connsiteY2" fmla="*/ 36234 h 127235"/>
                  <a:gd name="connsiteX3" fmla="*/ 62024 w 124048"/>
                  <a:gd name="connsiteY3" fmla="*/ 47128 h 127235"/>
                  <a:gd name="connsiteX4" fmla="*/ 124048 w 124048"/>
                  <a:gd name="connsiteY4" fmla="*/ 85282 h 127235"/>
                  <a:gd name="connsiteX5" fmla="*/ 62024 w 124048"/>
                  <a:gd name="connsiteY5" fmla="*/ 127235 h 127235"/>
                  <a:gd name="connsiteX6" fmla="*/ 0 w 124048"/>
                  <a:gd name="connsiteY6" fmla="*/ 86943 h 127235"/>
                  <a:gd name="connsiteX7" fmla="*/ 41504 w 124048"/>
                  <a:gd name="connsiteY7" fmla="*/ 86943 h 127235"/>
                  <a:gd name="connsiteX8" fmla="*/ 62024 w 124048"/>
                  <a:gd name="connsiteY8" fmla="*/ 100927 h 127235"/>
                  <a:gd name="connsiteX9" fmla="*/ 83743 w 124048"/>
                  <a:gd name="connsiteY9" fmla="*/ 90034 h 127235"/>
                  <a:gd name="connsiteX10" fmla="*/ 62024 w 124048"/>
                  <a:gd name="connsiteY10" fmla="*/ 77725 h 127235"/>
                  <a:gd name="connsiteX11" fmla="*/ 0 w 124048"/>
                  <a:gd name="connsiteY11" fmla="*/ 40755 h 127235"/>
                  <a:gd name="connsiteX12" fmla="*/ 62024 w 124048"/>
                  <a:gd name="connsiteY12" fmla="*/ 0 h 127235"/>
                  <a:gd name="connsiteX13" fmla="*/ 118016 w 124048"/>
                  <a:gd name="connsiteY13" fmla="*/ 30801 h 127235"/>
                  <a:gd name="connsiteX14" fmla="*/ 118016 w 124048"/>
                  <a:gd name="connsiteY14" fmla="*/ 36724 h 127235"/>
                  <a:gd name="connsiteX15" fmla="*/ 78909 w 124048"/>
                  <a:gd name="connsiteY15" fmla="*/ 36724 h 127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4048" h="127235">
                    <a:moveTo>
                      <a:pt x="78909" y="36711"/>
                    </a:moveTo>
                    <a:cubicBezTo>
                      <a:pt x="77479" y="26280"/>
                      <a:pt x="68533" y="26280"/>
                      <a:pt x="62024" y="26280"/>
                    </a:cubicBezTo>
                    <a:cubicBezTo>
                      <a:pt x="40292" y="26280"/>
                      <a:pt x="40292" y="28895"/>
                      <a:pt x="40292" y="36234"/>
                    </a:cubicBezTo>
                    <a:cubicBezTo>
                      <a:pt x="40292" y="42389"/>
                      <a:pt x="40782" y="46665"/>
                      <a:pt x="62024" y="47128"/>
                    </a:cubicBezTo>
                    <a:cubicBezTo>
                      <a:pt x="104985" y="48081"/>
                      <a:pt x="124048" y="50450"/>
                      <a:pt x="124048" y="85282"/>
                    </a:cubicBezTo>
                    <a:cubicBezTo>
                      <a:pt x="124048" y="120114"/>
                      <a:pt x="95317" y="127235"/>
                      <a:pt x="62024" y="127235"/>
                    </a:cubicBezTo>
                    <a:cubicBezTo>
                      <a:pt x="28731" y="127235"/>
                      <a:pt x="0" y="127943"/>
                      <a:pt x="0" y="86943"/>
                    </a:cubicBezTo>
                    <a:lnTo>
                      <a:pt x="41504" y="86943"/>
                    </a:lnTo>
                    <a:cubicBezTo>
                      <a:pt x="41504" y="100927"/>
                      <a:pt x="51880" y="100927"/>
                      <a:pt x="62024" y="100927"/>
                    </a:cubicBezTo>
                    <a:cubicBezTo>
                      <a:pt x="80843" y="100927"/>
                      <a:pt x="83743" y="99756"/>
                      <a:pt x="83743" y="90034"/>
                    </a:cubicBezTo>
                    <a:cubicBezTo>
                      <a:pt x="83743" y="77725"/>
                      <a:pt x="76499" y="77725"/>
                      <a:pt x="62024" y="77725"/>
                    </a:cubicBezTo>
                    <a:cubicBezTo>
                      <a:pt x="9409" y="77725"/>
                      <a:pt x="0" y="66109"/>
                      <a:pt x="0" y="40755"/>
                    </a:cubicBezTo>
                    <a:cubicBezTo>
                      <a:pt x="0" y="708"/>
                      <a:pt x="26784" y="0"/>
                      <a:pt x="62024" y="0"/>
                    </a:cubicBezTo>
                    <a:cubicBezTo>
                      <a:pt x="85186" y="0"/>
                      <a:pt x="118016" y="231"/>
                      <a:pt x="118016" y="30801"/>
                    </a:cubicBezTo>
                    <a:lnTo>
                      <a:pt x="118016" y="36724"/>
                    </a:lnTo>
                    <a:lnTo>
                      <a:pt x="78909" y="36724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9" name="Freeform: Shape 25">
                <a:extLst>
                  <a:ext uri="{FF2B5EF4-FFF2-40B4-BE49-F238E27FC236}">
                    <a16:creationId xmlns:a16="http://schemas.microsoft.com/office/drawing/2014/main" id="{E5D304E5-896F-40E9-7144-B914BC4C5568}"/>
                  </a:ext>
                </a:extLst>
              </p:cNvPr>
              <p:cNvSpPr/>
              <p:nvPr/>
            </p:nvSpPr>
            <p:spPr>
              <a:xfrm>
                <a:off x="4780418" y="2482641"/>
                <a:ext cx="143356" cy="177712"/>
              </a:xfrm>
              <a:custGeom>
                <a:avLst/>
                <a:gdLst>
                  <a:gd name="connsiteX0" fmla="*/ 94609 w 143356"/>
                  <a:gd name="connsiteY0" fmla="*/ 177712 h 177712"/>
                  <a:gd name="connsiteX1" fmla="*/ 46338 w 143356"/>
                  <a:gd name="connsiteY1" fmla="*/ 177712 h 177712"/>
                  <a:gd name="connsiteX2" fmla="*/ 46338 w 143356"/>
                  <a:gd name="connsiteY2" fmla="*/ 41218 h 177712"/>
                  <a:gd name="connsiteX3" fmla="*/ 0 w 143356"/>
                  <a:gd name="connsiteY3" fmla="*/ 41218 h 177712"/>
                  <a:gd name="connsiteX4" fmla="*/ 0 w 143356"/>
                  <a:gd name="connsiteY4" fmla="*/ 0 h 177712"/>
                  <a:gd name="connsiteX5" fmla="*/ 143357 w 143356"/>
                  <a:gd name="connsiteY5" fmla="*/ 0 h 177712"/>
                  <a:gd name="connsiteX6" fmla="*/ 143357 w 143356"/>
                  <a:gd name="connsiteY6" fmla="*/ 41218 h 177712"/>
                  <a:gd name="connsiteX7" fmla="*/ 94609 w 143356"/>
                  <a:gd name="connsiteY7" fmla="*/ 41218 h 177712"/>
                  <a:gd name="connsiteX8" fmla="*/ 94609 w 143356"/>
                  <a:gd name="connsiteY8" fmla="*/ 177712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3356" h="177712">
                    <a:moveTo>
                      <a:pt x="94609" y="177712"/>
                    </a:moveTo>
                    <a:lnTo>
                      <a:pt x="46338" y="177712"/>
                    </a:lnTo>
                    <a:lnTo>
                      <a:pt x="46338" y="41218"/>
                    </a:lnTo>
                    <a:lnTo>
                      <a:pt x="0" y="41218"/>
                    </a:lnTo>
                    <a:lnTo>
                      <a:pt x="0" y="0"/>
                    </a:lnTo>
                    <a:lnTo>
                      <a:pt x="143357" y="0"/>
                    </a:lnTo>
                    <a:lnTo>
                      <a:pt x="143357" y="41218"/>
                    </a:lnTo>
                    <a:lnTo>
                      <a:pt x="94609" y="41218"/>
                    </a:lnTo>
                    <a:lnTo>
                      <a:pt x="94609" y="17771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0" name="Freeform: Shape 26">
                <a:extLst>
                  <a:ext uri="{FF2B5EF4-FFF2-40B4-BE49-F238E27FC236}">
                    <a16:creationId xmlns:a16="http://schemas.microsoft.com/office/drawing/2014/main" id="{0C01F953-2A94-E6BA-CDD3-88CBDE38F80E}"/>
                  </a:ext>
                </a:extLst>
              </p:cNvPr>
              <p:cNvSpPr/>
              <p:nvPr/>
            </p:nvSpPr>
            <p:spPr>
              <a:xfrm>
                <a:off x="4917525" y="2534521"/>
                <a:ext cx="123830" cy="127248"/>
              </a:xfrm>
              <a:custGeom>
                <a:avLst/>
                <a:gdLst>
                  <a:gd name="connsiteX0" fmla="*/ 82313 w 123830"/>
                  <a:gd name="connsiteY0" fmla="*/ 48108 h 127248"/>
                  <a:gd name="connsiteX1" fmla="*/ 61303 w 123830"/>
                  <a:gd name="connsiteY1" fmla="*/ 28432 h 127248"/>
                  <a:gd name="connsiteX2" fmla="*/ 41517 w 123830"/>
                  <a:gd name="connsiteY2" fmla="*/ 48108 h 127248"/>
                  <a:gd name="connsiteX3" fmla="*/ 82313 w 123830"/>
                  <a:gd name="connsiteY3" fmla="*/ 48108 h 127248"/>
                  <a:gd name="connsiteX4" fmla="*/ 123817 w 123830"/>
                  <a:gd name="connsiteY4" fmla="*/ 84369 h 127248"/>
                  <a:gd name="connsiteX5" fmla="*/ 106674 w 123830"/>
                  <a:gd name="connsiteY5" fmla="*/ 119909 h 127248"/>
                  <a:gd name="connsiteX6" fmla="*/ 62024 w 123830"/>
                  <a:gd name="connsiteY6" fmla="*/ 127249 h 127248"/>
                  <a:gd name="connsiteX7" fmla="*/ 0 w 123830"/>
                  <a:gd name="connsiteY7" fmla="*/ 63740 h 127248"/>
                  <a:gd name="connsiteX8" fmla="*/ 62024 w 123830"/>
                  <a:gd name="connsiteY8" fmla="*/ 0 h 127248"/>
                  <a:gd name="connsiteX9" fmla="*/ 123817 w 123830"/>
                  <a:gd name="connsiteY9" fmla="*/ 63740 h 127248"/>
                  <a:gd name="connsiteX10" fmla="*/ 123817 w 123830"/>
                  <a:gd name="connsiteY10" fmla="*/ 70617 h 127248"/>
                  <a:gd name="connsiteX11" fmla="*/ 41517 w 123830"/>
                  <a:gd name="connsiteY11" fmla="*/ 70617 h 127248"/>
                  <a:gd name="connsiteX12" fmla="*/ 62024 w 123830"/>
                  <a:gd name="connsiteY12" fmla="*/ 98803 h 127248"/>
                  <a:gd name="connsiteX13" fmla="*/ 83035 w 123830"/>
                  <a:gd name="connsiteY13" fmla="*/ 84356 h 127248"/>
                  <a:gd name="connsiteX14" fmla="*/ 123831 w 123830"/>
                  <a:gd name="connsiteY14" fmla="*/ 84356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3830" h="127248">
                    <a:moveTo>
                      <a:pt x="82313" y="48108"/>
                    </a:moveTo>
                    <a:cubicBezTo>
                      <a:pt x="82313" y="29616"/>
                      <a:pt x="75301" y="28432"/>
                      <a:pt x="61303" y="28432"/>
                    </a:cubicBezTo>
                    <a:cubicBezTo>
                      <a:pt x="46583" y="28432"/>
                      <a:pt x="41994" y="31754"/>
                      <a:pt x="41517" y="48108"/>
                    </a:cubicBezTo>
                    <a:lnTo>
                      <a:pt x="82313" y="48108"/>
                    </a:lnTo>
                    <a:close/>
                    <a:moveTo>
                      <a:pt x="123817" y="84369"/>
                    </a:moveTo>
                    <a:cubicBezTo>
                      <a:pt x="123817" y="103093"/>
                      <a:pt x="117540" y="113754"/>
                      <a:pt x="106674" y="119909"/>
                    </a:cubicBezTo>
                    <a:cubicBezTo>
                      <a:pt x="95807" y="125833"/>
                      <a:pt x="80366" y="127249"/>
                      <a:pt x="62024" y="127249"/>
                    </a:cubicBezTo>
                    <a:cubicBezTo>
                      <a:pt x="12064" y="127249"/>
                      <a:pt x="0" y="110187"/>
                      <a:pt x="0" y="63740"/>
                    </a:cubicBezTo>
                    <a:cubicBezTo>
                      <a:pt x="0" y="17293"/>
                      <a:pt x="11098" y="0"/>
                      <a:pt x="62024" y="0"/>
                    </a:cubicBezTo>
                    <a:cubicBezTo>
                      <a:pt x="109574" y="0"/>
                      <a:pt x="123817" y="13031"/>
                      <a:pt x="123817" y="63740"/>
                    </a:cubicBezTo>
                    <a:lnTo>
                      <a:pt x="123817" y="70617"/>
                    </a:lnTo>
                    <a:lnTo>
                      <a:pt x="41517" y="70617"/>
                    </a:lnTo>
                    <a:cubicBezTo>
                      <a:pt x="41517" y="92403"/>
                      <a:pt x="44894" y="98803"/>
                      <a:pt x="62024" y="98803"/>
                    </a:cubicBezTo>
                    <a:cubicBezTo>
                      <a:pt x="74824" y="98803"/>
                      <a:pt x="83035" y="97387"/>
                      <a:pt x="83035" y="84356"/>
                    </a:cubicBezTo>
                    <a:lnTo>
                      <a:pt x="123831" y="8435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1" name="Freeform: Shape 27">
                <a:extLst>
                  <a:ext uri="{FF2B5EF4-FFF2-40B4-BE49-F238E27FC236}">
                    <a16:creationId xmlns:a16="http://schemas.microsoft.com/office/drawing/2014/main" id="{C5020029-FAED-E701-1CB0-862566F276B4}"/>
                  </a:ext>
                </a:extLst>
              </p:cNvPr>
              <p:cNvSpPr/>
              <p:nvPr/>
            </p:nvSpPr>
            <p:spPr>
              <a:xfrm>
                <a:off x="5056306" y="2534521"/>
                <a:ext cx="121883" cy="127248"/>
              </a:xfrm>
              <a:custGeom>
                <a:avLst/>
                <a:gdLst>
                  <a:gd name="connsiteX0" fmla="*/ 121883 w 121883"/>
                  <a:gd name="connsiteY0" fmla="*/ 76077 h 127248"/>
                  <a:gd name="connsiteX1" fmla="*/ 107885 w 121883"/>
                  <a:gd name="connsiteY1" fmla="*/ 118956 h 127248"/>
                  <a:gd name="connsiteX2" fmla="*/ 60581 w 121883"/>
                  <a:gd name="connsiteY2" fmla="*/ 127249 h 127248"/>
                  <a:gd name="connsiteX3" fmla="*/ 0 w 121883"/>
                  <a:gd name="connsiteY3" fmla="*/ 63740 h 127248"/>
                  <a:gd name="connsiteX4" fmla="*/ 60581 w 121883"/>
                  <a:gd name="connsiteY4" fmla="*/ 0 h 127248"/>
                  <a:gd name="connsiteX5" fmla="*/ 121883 w 121883"/>
                  <a:gd name="connsiteY5" fmla="*/ 48094 h 127248"/>
                  <a:gd name="connsiteX6" fmla="*/ 80352 w 121883"/>
                  <a:gd name="connsiteY6" fmla="*/ 48094 h 127248"/>
                  <a:gd name="connsiteX7" fmla="*/ 76975 w 121883"/>
                  <a:gd name="connsiteY7" fmla="*/ 34818 h 127248"/>
                  <a:gd name="connsiteX8" fmla="*/ 60567 w 121883"/>
                  <a:gd name="connsiteY8" fmla="*/ 31250 h 127248"/>
                  <a:gd name="connsiteX9" fmla="*/ 41504 w 121883"/>
                  <a:gd name="connsiteY9" fmla="*/ 63726 h 127248"/>
                  <a:gd name="connsiteX10" fmla="*/ 60567 w 121883"/>
                  <a:gd name="connsiteY10" fmla="*/ 95957 h 127248"/>
                  <a:gd name="connsiteX11" fmla="*/ 80352 w 121883"/>
                  <a:gd name="connsiteY11" fmla="*/ 76050 h 127248"/>
                  <a:gd name="connsiteX12" fmla="*/ 121883 w 121883"/>
                  <a:gd name="connsiteY12" fmla="*/ 76050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1883" h="127248">
                    <a:moveTo>
                      <a:pt x="121883" y="76077"/>
                    </a:moveTo>
                    <a:cubicBezTo>
                      <a:pt x="121883" y="99293"/>
                      <a:pt x="117785" y="112093"/>
                      <a:pt x="107885" y="118956"/>
                    </a:cubicBezTo>
                    <a:cubicBezTo>
                      <a:pt x="98231" y="126064"/>
                      <a:pt x="83021" y="127249"/>
                      <a:pt x="60581" y="127249"/>
                    </a:cubicBezTo>
                    <a:cubicBezTo>
                      <a:pt x="11588" y="127249"/>
                      <a:pt x="0" y="112788"/>
                      <a:pt x="0" y="63740"/>
                    </a:cubicBezTo>
                    <a:cubicBezTo>
                      <a:pt x="0" y="21555"/>
                      <a:pt x="8701" y="0"/>
                      <a:pt x="60581" y="0"/>
                    </a:cubicBezTo>
                    <a:cubicBezTo>
                      <a:pt x="97019" y="0"/>
                      <a:pt x="121883" y="3785"/>
                      <a:pt x="121883" y="48094"/>
                    </a:cubicBezTo>
                    <a:lnTo>
                      <a:pt x="80352" y="48094"/>
                    </a:lnTo>
                    <a:cubicBezTo>
                      <a:pt x="80597" y="41463"/>
                      <a:pt x="79889" y="37432"/>
                      <a:pt x="76975" y="34818"/>
                    </a:cubicBezTo>
                    <a:cubicBezTo>
                      <a:pt x="74075" y="32217"/>
                      <a:pt x="69255" y="31250"/>
                      <a:pt x="60567" y="31250"/>
                    </a:cubicBezTo>
                    <a:cubicBezTo>
                      <a:pt x="45848" y="31250"/>
                      <a:pt x="41504" y="35295"/>
                      <a:pt x="41504" y="63726"/>
                    </a:cubicBezTo>
                    <a:cubicBezTo>
                      <a:pt x="41504" y="92158"/>
                      <a:pt x="44881" y="95957"/>
                      <a:pt x="60567" y="95957"/>
                    </a:cubicBezTo>
                    <a:cubicBezTo>
                      <a:pt x="79386" y="95957"/>
                      <a:pt x="80352" y="91450"/>
                      <a:pt x="80352" y="76050"/>
                    </a:cubicBezTo>
                    <a:lnTo>
                      <a:pt x="121883" y="760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2" name="Freeform: Shape 28">
                <a:extLst>
                  <a:ext uri="{FF2B5EF4-FFF2-40B4-BE49-F238E27FC236}">
                    <a16:creationId xmlns:a16="http://schemas.microsoft.com/office/drawing/2014/main" id="{FB31D949-C629-1654-D591-2CFEF3DF80D1}"/>
                  </a:ext>
                </a:extLst>
              </p:cNvPr>
              <p:cNvSpPr/>
              <p:nvPr/>
            </p:nvSpPr>
            <p:spPr>
              <a:xfrm>
                <a:off x="5197022" y="2482641"/>
                <a:ext cx="121883" cy="177726"/>
              </a:xfrm>
              <a:custGeom>
                <a:avLst/>
                <a:gdLst>
                  <a:gd name="connsiteX0" fmla="*/ 41504 w 121883"/>
                  <a:gd name="connsiteY0" fmla="*/ 76526 h 177726"/>
                  <a:gd name="connsiteX1" fmla="*/ 43192 w 121883"/>
                  <a:gd name="connsiteY1" fmla="*/ 76526 h 177726"/>
                  <a:gd name="connsiteX2" fmla="*/ 81088 w 121883"/>
                  <a:gd name="connsiteY2" fmla="*/ 51893 h 177726"/>
                  <a:gd name="connsiteX3" fmla="*/ 121883 w 121883"/>
                  <a:gd name="connsiteY3" fmla="*/ 91709 h 177726"/>
                  <a:gd name="connsiteX4" fmla="*/ 121883 w 121883"/>
                  <a:gd name="connsiteY4" fmla="*/ 177726 h 177726"/>
                  <a:gd name="connsiteX5" fmla="*/ 80366 w 121883"/>
                  <a:gd name="connsiteY5" fmla="*/ 177726 h 177726"/>
                  <a:gd name="connsiteX6" fmla="*/ 80366 w 121883"/>
                  <a:gd name="connsiteY6" fmla="*/ 101173 h 177726"/>
                  <a:gd name="connsiteX7" fmla="*/ 63236 w 121883"/>
                  <a:gd name="connsiteY7" fmla="*/ 83158 h 177726"/>
                  <a:gd name="connsiteX8" fmla="*/ 41517 w 121883"/>
                  <a:gd name="connsiteY8" fmla="*/ 109234 h 177726"/>
                  <a:gd name="connsiteX9" fmla="*/ 41517 w 121883"/>
                  <a:gd name="connsiteY9" fmla="*/ 177726 h 177726"/>
                  <a:gd name="connsiteX10" fmla="*/ 0 w 121883"/>
                  <a:gd name="connsiteY10" fmla="*/ 177726 h 177726"/>
                  <a:gd name="connsiteX11" fmla="*/ 0 w 121883"/>
                  <a:gd name="connsiteY11" fmla="*/ 0 h 177726"/>
                  <a:gd name="connsiteX12" fmla="*/ 41517 w 121883"/>
                  <a:gd name="connsiteY12" fmla="*/ 0 h 177726"/>
                  <a:gd name="connsiteX13" fmla="*/ 41517 w 121883"/>
                  <a:gd name="connsiteY13" fmla="*/ 76526 h 177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883" h="177726">
                    <a:moveTo>
                      <a:pt x="41504" y="76526"/>
                    </a:moveTo>
                    <a:lnTo>
                      <a:pt x="43192" y="76526"/>
                    </a:lnTo>
                    <a:cubicBezTo>
                      <a:pt x="49225" y="56864"/>
                      <a:pt x="61548" y="51893"/>
                      <a:pt x="81088" y="51893"/>
                    </a:cubicBezTo>
                    <a:cubicBezTo>
                      <a:pt x="109084" y="51893"/>
                      <a:pt x="121883" y="64925"/>
                      <a:pt x="121883" y="91709"/>
                    </a:cubicBezTo>
                    <a:lnTo>
                      <a:pt x="121883" y="177726"/>
                    </a:lnTo>
                    <a:lnTo>
                      <a:pt x="80366" y="177726"/>
                    </a:lnTo>
                    <a:lnTo>
                      <a:pt x="80366" y="101173"/>
                    </a:lnTo>
                    <a:cubicBezTo>
                      <a:pt x="80134" y="89095"/>
                      <a:pt x="76744" y="83158"/>
                      <a:pt x="63236" y="83158"/>
                    </a:cubicBezTo>
                    <a:cubicBezTo>
                      <a:pt x="44663" y="83158"/>
                      <a:pt x="41517" y="94065"/>
                      <a:pt x="41517" y="109234"/>
                    </a:cubicBezTo>
                    <a:lnTo>
                      <a:pt x="41517" y="177726"/>
                    </a:lnTo>
                    <a:lnTo>
                      <a:pt x="0" y="177726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652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0959A31-1646-C3B5-CCE2-4B6071879291}"/>
                </a:ext>
              </a:extLst>
            </p:cNvPr>
            <p:cNvGrpSpPr/>
            <p:nvPr/>
          </p:nvGrpSpPr>
          <p:grpSpPr>
            <a:xfrm>
              <a:off x="3824442" y="2481552"/>
              <a:ext cx="179889" cy="179891"/>
              <a:chOff x="3824442" y="2481552"/>
              <a:chExt cx="179889" cy="179891"/>
            </a:xfrm>
          </p:grpSpPr>
          <p:sp>
            <p:nvSpPr>
              <p:cNvPr id="24" name="Freeform: Shape 7">
                <a:extLst>
                  <a:ext uri="{FF2B5EF4-FFF2-40B4-BE49-F238E27FC236}">
                    <a16:creationId xmlns:a16="http://schemas.microsoft.com/office/drawing/2014/main" id="{E8B57E69-61AA-EB82-98A7-D3D61105F596}"/>
                  </a:ext>
                </a:extLst>
              </p:cNvPr>
              <p:cNvSpPr/>
              <p:nvPr/>
            </p:nvSpPr>
            <p:spPr>
              <a:xfrm>
                <a:off x="382444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" name="Freeform: Shape 10">
                <a:extLst>
                  <a:ext uri="{FF2B5EF4-FFF2-40B4-BE49-F238E27FC236}">
                    <a16:creationId xmlns:a16="http://schemas.microsoft.com/office/drawing/2014/main" id="{EE0C07DA-0343-4692-5C1A-0B5B9D9045F2}"/>
                  </a:ext>
                </a:extLst>
              </p:cNvPr>
              <p:cNvSpPr/>
              <p:nvPr/>
            </p:nvSpPr>
            <p:spPr>
              <a:xfrm>
                <a:off x="3887569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11">
                <a:extLst>
                  <a:ext uri="{FF2B5EF4-FFF2-40B4-BE49-F238E27FC236}">
                    <a16:creationId xmlns:a16="http://schemas.microsoft.com/office/drawing/2014/main" id="{5E954B9B-DC90-A198-09D4-4AFC05CC6B2E}"/>
                  </a:ext>
                </a:extLst>
              </p:cNvPr>
              <p:cNvSpPr/>
              <p:nvPr/>
            </p:nvSpPr>
            <p:spPr>
              <a:xfrm>
                <a:off x="395068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13">
                <a:extLst>
                  <a:ext uri="{FF2B5EF4-FFF2-40B4-BE49-F238E27FC236}">
                    <a16:creationId xmlns:a16="http://schemas.microsoft.com/office/drawing/2014/main" id="{14419A03-74CC-1A8C-2728-E562D7A121C3}"/>
                  </a:ext>
                </a:extLst>
              </p:cNvPr>
              <p:cNvSpPr/>
              <p:nvPr/>
            </p:nvSpPr>
            <p:spPr>
              <a:xfrm>
                <a:off x="382444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14">
                <a:extLst>
                  <a:ext uri="{FF2B5EF4-FFF2-40B4-BE49-F238E27FC236}">
                    <a16:creationId xmlns:a16="http://schemas.microsoft.com/office/drawing/2014/main" id="{AC6E3555-DFD4-EF52-C0E6-FA994610307A}"/>
                  </a:ext>
                </a:extLst>
              </p:cNvPr>
              <p:cNvSpPr/>
              <p:nvPr/>
            </p:nvSpPr>
            <p:spPr>
              <a:xfrm>
                <a:off x="3887569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" name="Freeform: Shape 15">
                <a:extLst>
                  <a:ext uri="{FF2B5EF4-FFF2-40B4-BE49-F238E27FC236}">
                    <a16:creationId xmlns:a16="http://schemas.microsoft.com/office/drawing/2014/main" id="{8D6F1C20-42A8-D21D-C107-708B7ACCB549}"/>
                  </a:ext>
                </a:extLst>
              </p:cNvPr>
              <p:cNvSpPr/>
              <p:nvPr/>
            </p:nvSpPr>
            <p:spPr>
              <a:xfrm>
                <a:off x="395068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" name="Freeform: Shape 16">
                <a:extLst>
                  <a:ext uri="{FF2B5EF4-FFF2-40B4-BE49-F238E27FC236}">
                    <a16:creationId xmlns:a16="http://schemas.microsoft.com/office/drawing/2014/main" id="{B9169F77-15E4-0A6C-DC3A-F67F7A9B7CBE}"/>
                  </a:ext>
                </a:extLst>
              </p:cNvPr>
              <p:cNvSpPr/>
              <p:nvPr/>
            </p:nvSpPr>
            <p:spPr>
              <a:xfrm>
                <a:off x="382444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1" name="Freeform: Shape 17">
                <a:extLst>
                  <a:ext uri="{FF2B5EF4-FFF2-40B4-BE49-F238E27FC236}">
                    <a16:creationId xmlns:a16="http://schemas.microsoft.com/office/drawing/2014/main" id="{C6A55101-F04C-D3D1-E1E8-5CE32855B42B}"/>
                  </a:ext>
                </a:extLst>
              </p:cNvPr>
              <p:cNvSpPr/>
              <p:nvPr/>
            </p:nvSpPr>
            <p:spPr>
              <a:xfrm>
                <a:off x="3887569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2" name="Freeform: Shape 18">
                <a:extLst>
                  <a:ext uri="{FF2B5EF4-FFF2-40B4-BE49-F238E27FC236}">
                    <a16:creationId xmlns:a16="http://schemas.microsoft.com/office/drawing/2014/main" id="{2D552B38-97C6-D302-B81A-DA6C20BCD537}"/>
                  </a:ext>
                </a:extLst>
              </p:cNvPr>
              <p:cNvSpPr/>
              <p:nvPr/>
            </p:nvSpPr>
            <p:spPr>
              <a:xfrm>
                <a:off x="395068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09112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White_Content_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AE8B7343-557D-F25B-8BBC-0F148C4E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40" y="308506"/>
            <a:ext cx="8669120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FD12A8C-5D71-1C71-45D3-B27211CBDB50}"/>
              </a:ext>
            </a:extLst>
          </p:cNvPr>
          <p:cNvSpPr txBox="1">
            <a:spLocks/>
          </p:cNvSpPr>
          <p:nvPr userDrawn="1"/>
        </p:nvSpPr>
        <p:spPr>
          <a:xfrm>
            <a:off x="8757480" y="4806255"/>
            <a:ext cx="14908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37A3306-72CE-48AC-9363-0EAE74D66663}" type="slidenum">
              <a:rPr lang="en-IN" sz="800" smtClean="0">
                <a:solidFill>
                  <a:schemeClr val="bg1"/>
                </a:solidFill>
              </a:rPr>
              <a:pPr algn="r"/>
              <a:t>‹#›</a:t>
            </a:fld>
            <a:endParaRPr lang="en-IN" sz="800">
              <a:solidFill>
                <a:schemeClr val="bg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82DAC0-0608-87E0-C8C9-A253D58150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8125" y="668257"/>
            <a:ext cx="8667750" cy="15234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+mn-lt"/>
                <a:cs typeface="Bai Jamjuree" panose="00000500000000000000" pitchFamily="2" charset="-34"/>
              </a:defRPr>
            </a:lvl1pPr>
            <a:lvl2pPr marL="342900" indent="0">
              <a:buNone/>
              <a:defRPr sz="1100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2pPr>
            <a:lvl3pPr marL="685800" indent="0">
              <a:buNone/>
              <a:defRPr sz="1100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3pPr>
            <a:lvl4pPr marL="1028700" indent="0">
              <a:buNone/>
              <a:defRPr sz="1100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4pPr>
            <a:lvl5pPr marL="1371600" indent="0">
              <a:buNone/>
              <a:defRPr sz="1100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FAD7F50-9DAD-F2AC-269C-16E1B3014DE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33393" y="4804408"/>
            <a:ext cx="1042737" cy="126000"/>
            <a:chOff x="3824442" y="2481198"/>
            <a:chExt cx="1494463" cy="18058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FD99F71-7D2C-76AB-81F1-9C1D46283C40}"/>
                </a:ext>
              </a:extLst>
            </p:cNvPr>
            <p:cNvGrpSpPr/>
            <p:nvPr/>
          </p:nvGrpSpPr>
          <p:grpSpPr>
            <a:xfrm>
              <a:off x="4083922" y="2481198"/>
              <a:ext cx="1234983" cy="180585"/>
              <a:chOff x="4083922" y="2481198"/>
              <a:chExt cx="1234983" cy="180585"/>
            </a:xfrm>
          </p:grpSpPr>
          <p:sp>
            <p:nvSpPr>
              <p:cNvPr id="18" name="Freeform: Shape 19">
                <a:extLst>
                  <a:ext uri="{FF2B5EF4-FFF2-40B4-BE49-F238E27FC236}">
                    <a16:creationId xmlns:a16="http://schemas.microsoft.com/office/drawing/2014/main" id="{9556497C-F9FB-782F-46A5-688451C8DA15}"/>
                  </a:ext>
                </a:extLst>
              </p:cNvPr>
              <p:cNvSpPr/>
              <p:nvPr/>
            </p:nvSpPr>
            <p:spPr>
              <a:xfrm>
                <a:off x="4083922" y="2481198"/>
                <a:ext cx="159274" cy="180558"/>
              </a:xfrm>
              <a:custGeom>
                <a:avLst/>
                <a:gdLst>
                  <a:gd name="connsiteX0" fmla="*/ 159275 w 159274"/>
                  <a:gd name="connsiteY0" fmla="*/ 111848 h 180558"/>
                  <a:gd name="connsiteX1" fmla="*/ 159275 w 159274"/>
                  <a:gd name="connsiteY1" fmla="*/ 117063 h 180558"/>
                  <a:gd name="connsiteX2" fmla="*/ 142622 w 159274"/>
                  <a:gd name="connsiteY2" fmla="*/ 167541 h 180558"/>
                  <a:gd name="connsiteX3" fmla="*/ 85186 w 159274"/>
                  <a:gd name="connsiteY3" fmla="*/ 180558 h 180558"/>
                  <a:gd name="connsiteX4" fmla="*/ 0 w 159274"/>
                  <a:gd name="connsiteY4" fmla="*/ 113264 h 180558"/>
                  <a:gd name="connsiteX5" fmla="*/ 0 w 159274"/>
                  <a:gd name="connsiteY5" fmla="*/ 67294 h 180558"/>
                  <a:gd name="connsiteX6" fmla="*/ 85186 w 159274"/>
                  <a:gd name="connsiteY6" fmla="*/ 0 h 180558"/>
                  <a:gd name="connsiteX7" fmla="*/ 159043 w 159274"/>
                  <a:gd name="connsiteY7" fmla="*/ 58307 h 180558"/>
                  <a:gd name="connsiteX8" fmla="*/ 159043 w 159274"/>
                  <a:gd name="connsiteY8" fmla="*/ 65183 h 180558"/>
                  <a:gd name="connsiteX9" fmla="*/ 109315 w 159274"/>
                  <a:gd name="connsiteY9" fmla="*/ 65183 h 180558"/>
                  <a:gd name="connsiteX10" fmla="*/ 109315 w 159274"/>
                  <a:gd name="connsiteY10" fmla="*/ 58307 h 180558"/>
                  <a:gd name="connsiteX11" fmla="*/ 79876 w 159274"/>
                  <a:gd name="connsiteY11" fmla="*/ 41232 h 180558"/>
                  <a:gd name="connsiteX12" fmla="*/ 49701 w 159274"/>
                  <a:gd name="connsiteY12" fmla="*/ 74892 h 180558"/>
                  <a:gd name="connsiteX13" fmla="*/ 49701 w 159274"/>
                  <a:gd name="connsiteY13" fmla="*/ 102616 h 180558"/>
                  <a:gd name="connsiteX14" fmla="*/ 79876 w 159274"/>
                  <a:gd name="connsiteY14" fmla="*/ 139354 h 180558"/>
                  <a:gd name="connsiteX15" fmla="*/ 109560 w 159274"/>
                  <a:gd name="connsiteY15" fmla="*/ 117091 h 180558"/>
                  <a:gd name="connsiteX16" fmla="*/ 109560 w 159274"/>
                  <a:gd name="connsiteY16" fmla="*/ 111875 h 180558"/>
                  <a:gd name="connsiteX17" fmla="*/ 159275 w 159274"/>
                  <a:gd name="connsiteY17" fmla="*/ 111875 h 180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9274" h="180558">
                    <a:moveTo>
                      <a:pt x="159275" y="111848"/>
                    </a:moveTo>
                    <a:lnTo>
                      <a:pt x="159275" y="117063"/>
                    </a:lnTo>
                    <a:cubicBezTo>
                      <a:pt x="159275" y="136481"/>
                      <a:pt x="159030" y="154019"/>
                      <a:pt x="142622" y="167541"/>
                    </a:cubicBezTo>
                    <a:cubicBezTo>
                      <a:pt x="126200" y="180803"/>
                      <a:pt x="106183" y="180558"/>
                      <a:pt x="85186" y="180558"/>
                    </a:cubicBezTo>
                    <a:cubicBezTo>
                      <a:pt x="35948" y="180558"/>
                      <a:pt x="0" y="178189"/>
                      <a:pt x="0" y="113264"/>
                    </a:cubicBezTo>
                    <a:lnTo>
                      <a:pt x="0" y="67294"/>
                    </a:lnTo>
                    <a:cubicBezTo>
                      <a:pt x="-14" y="8538"/>
                      <a:pt x="32081" y="0"/>
                      <a:pt x="85186" y="0"/>
                    </a:cubicBezTo>
                    <a:cubicBezTo>
                      <a:pt x="134901" y="0"/>
                      <a:pt x="158077" y="4970"/>
                      <a:pt x="159043" y="58307"/>
                    </a:cubicBezTo>
                    <a:lnTo>
                      <a:pt x="159043" y="65183"/>
                    </a:lnTo>
                    <a:lnTo>
                      <a:pt x="109315" y="65183"/>
                    </a:lnTo>
                    <a:lnTo>
                      <a:pt x="109315" y="58307"/>
                    </a:lnTo>
                    <a:cubicBezTo>
                      <a:pt x="107640" y="42430"/>
                      <a:pt x="96284" y="41232"/>
                      <a:pt x="79876" y="41232"/>
                    </a:cubicBezTo>
                    <a:cubicBezTo>
                      <a:pt x="52356" y="41232"/>
                      <a:pt x="49701" y="49538"/>
                      <a:pt x="49701" y="74892"/>
                    </a:cubicBezTo>
                    <a:lnTo>
                      <a:pt x="49701" y="102616"/>
                    </a:lnTo>
                    <a:cubicBezTo>
                      <a:pt x="49701" y="129169"/>
                      <a:pt x="50913" y="139354"/>
                      <a:pt x="79876" y="139354"/>
                    </a:cubicBezTo>
                    <a:cubicBezTo>
                      <a:pt x="99906" y="139354"/>
                      <a:pt x="109560" y="137938"/>
                      <a:pt x="109560" y="117091"/>
                    </a:cubicBezTo>
                    <a:lnTo>
                      <a:pt x="109560" y="111875"/>
                    </a:lnTo>
                    <a:lnTo>
                      <a:pt x="159275" y="111875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20">
                <a:extLst>
                  <a:ext uri="{FF2B5EF4-FFF2-40B4-BE49-F238E27FC236}">
                    <a16:creationId xmlns:a16="http://schemas.microsoft.com/office/drawing/2014/main" id="{3783DA55-ADBD-BEE1-3B45-5ACA32826FF2}"/>
                  </a:ext>
                </a:extLst>
              </p:cNvPr>
              <p:cNvSpPr/>
              <p:nvPr/>
            </p:nvSpPr>
            <p:spPr>
              <a:xfrm>
                <a:off x="4261525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21">
                <a:extLst>
                  <a:ext uri="{FF2B5EF4-FFF2-40B4-BE49-F238E27FC236}">
                    <a16:creationId xmlns:a16="http://schemas.microsoft.com/office/drawing/2014/main" id="{B05F7F47-EDC2-51DC-2E62-884ECB33108A}"/>
                  </a:ext>
                </a:extLst>
              </p:cNvPr>
              <p:cNvSpPr/>
              <p:nvPr/>
            </p:nvSpPr>
            <p:spPr>
              <a:xfrm>
                <a:off x="4316564" y="2509643"/>
                <a:ext cx="110540" cy="152126"/>
              </a:xfrm>
              <a:custGeom>
                <a:avLst/>
                <a:gdLst>
                  <a:gd name="connsiteX0" fmla="*/ 104985 w 110540"/>
                  <a:gd name="connsiteY0" fmla="*/ 56142 h 152126"/>
                  <a:gd name="connsiteX1" fmla="*/ 56959 w 110540"/>
                  <a:gd name="connsiteY1" fmla="*/ 56142 h 152126"/>
                  <a:gd name="connsiteX2" fmla="*/ 56959 w 110540"/>
                  <a:gd name="connsiteY2" fmla="*/ 111835 h 152126"/>
                  <a:gd name="connsiteX3" fmla="*/ 66382 w 110540"/>
                  <a:gd name="connsiteY3" fmla="*/ 122265 h 152126"/>
                  <a:gd name="connsiteX4" fmla="*/ 77234 w 110540"/>
                  <a:gd name="connsiteY4" fmla="*/ 106156 h 152126"/>
                  <a:gd name="connsiteX5" fmla="*/ 77479 w 110540"/>
                  <a:gd name="connsiteY5" fmla="*/ 99511 h 152126"/>
                  <a:gd name="connsiteX6" fmla="*/ 110541 w 110540"/>
                  <a:gd name="connsiteY6" fmla="*/ 99511 h 152126"/>
                  <a:gd name="connsiteX7" fmla="*/ 110541 w 110540"/>
                  <a:gd name="connsiteY7" fmla="*/ 110650 h 152126"/>
                  <a:gd name="connsiteX8" fmla="*/ 63958 w 110540"/>
                  <a:gd name="connsiteY8" fmla="*/ 152127 h 152126"/>
                  <a:gd name="connsiteX9" fmla="*/ 15455 w 110540"/>
                  <a:gd name="connsiteY9" fmla="*/ 117526 h 152126"/>
                  <a:gd name="connsiteX10" fmla="*/ 15455 w 110540"/>
                  <a:gd name="connsiteY10" fmla="*/ 56142 h 152126"/>
                  <a:gd name="connsiteX11" fmla="*/ 0 w 110540"/>
                  <a:gd name="connsiteY11" fmla="*/ 56142 h 152126"/>
                  <a:gd name="connsiteX12" fmla="*/ 0 w 110540"/>
                  <a:gd name="connsiteY12" fmla="*/ 26294 h 152126"/>
                  <a:gd name="connsiteX13" fmla="*/ 15455 w 110540"/>
                  <a:gd name="connsiteY13" fmla="*/ 26294 h 152126"/>
                  <a:gd name="connsiteX14" fmla="*/ 15455 w 110540"/>
                  <a:gd name="connsiteY14" fmla="*/ 0 h 152126"/>
                  <a:gd name="connsiteX15" fmla="*/ 56959 w 110540"/>
                  <a:gd name="connsiteY15" fmla="*/ 0 h 152126"/>
                  <a:gd name="connsiteX16" fmla="*/ 56959 w 110540"/>
                  <a:gd name="connsiteY16" fmla="*/ 26294 h 152126"/>
                  <a:gd name="connsiteX17" fmla="*/ 104985 w 110540"/>
                  <a:gd name="connsiteY17" fmla="*/ 26294 h 152126"/>
                  <a:gd name="connsiteX18" fmla="*/ 104985 w 110540"/>
                  <a:gd name="connsiteY18" fmla="*/ 56142 h 15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0540" h="152126">
                    <a:moveTo>
                      <a:pt x="104985" y="56142"/>
                    </a:moveTo>
                    <a:lnTo>
                      <a:pt x="56959" y="56142"/>
                    </a:lnTo>
                    <a:lnTo>
                      <a:pt x="56959" y="111835"/>
                    </a:lnTo>
                    <a:cubicBezTo>
                      <a:pt x="57204" y="119188"/>
                      <a:pt x="58674" y="122265"/>
                      <a:pt x="66382" y="122265"/>
                    </a:cubicBezTo>
                    <a:cubicBezTo>
                      <a:pt x="77234" y="122265"/>
                      <a:pt x="76758" y="114680"/>
                      <a:pt x="77234" y="106156"/>
                    </a:cubicBezTo>
                    <a:lnTo>
                      <a:pt x="77479" y="99511"/>
                    </a:lnTo>
                    <a:lnTo>
                      <a:pt x="110541" y="99511"/>
                    </a:lnTo>
                    <a:lnTo>
                      <a:pt x="110541" y="110650"/>
                    </a:lnTo>
                    <a:cubicBezTo>
                      <a:pt x="110541" y="144542"/>
                      <a:pt x="97741" y="152127"/>
                      <a:pt x="63958" y="152127"/>
                    </a:cubicBezTo>
                    <a:cubicBezTo>
                      <a:pt x="37419" y="152127"/>
                      <a:pt x="15455" y="148804"/>
                      <a:pt x="15455" y="117526"/>
                    </a:cubicBezTo>
                    <a:lnTo>
                      <a:pt x="15455" y="56142"/>
                    </a:lnTo>
                    <a:lnTo>
                      <a:pt x="0" y="56142"/>
                    </a:lnTo>
                    <a:lnTo>
                      <a:pt x="0" y="26294"/>
                    </a:lnTo>
                    <a:lnTo>
                      <a:pt x="15455" y="26294"/>
                    </a:lnTo>
                    <a:lnTo>
                      <a:pt x="15455" y="0"/>
                    </a:lnTo>
                    <a:lnTo>
                      <a:pt x="56959" y="0"/>
                    </a:lnTo>
                    <a:lnTo>
                      <a:pt x="56959" y="26294"/>
                    </a:lnTo>
                    <a:lnTo>
                      <a:pt x="104985" y="26294"/>
                    </a:lnTo>
                    <a:lnTo>
                      <a:pt x="104985" y="5614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" name="Freeform: Shape 22">
                <a:extLst>
                  <a:ext uri="{FF2B5EF4-FFF2-40B4-BE49-F238E27FC236}">
                    <a16:creationId xmlns:a16="http://schemas.microsoft.com/office/drawing/2014/main" id="{6A8BD8C4-D3B4-B3BB-A661-015495E2FC1E}"/>
                  </a:ext>
                </a:extLst>
              </p:cNvPr>
              <p:cNvSpPr/>
              <p:nvPr/>
            </p:nvSpPr>
            <p:spPr>
              <a:xfrm>
                <a:off x="4440599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3">
                <a:extLst>
                  <a:ext uri="{FF2B5EF4-FFF2-40B4-BE49-F238E27FC236}">
                    <a16:creationId xmlns:a16="http://schemas.microsoft.com/office/drawing/2014/main" id="{08226C4A-E64B-272A-3536-225035B84A1D}"/>
                  </a:ext>
                </a:extLst>
              </p:cNvPr>
              <p:cNvSpPr/>
              <p:nvPr/>
            </p:nvSpPr>
            <p:spPr>
              <a:xfrm>
                <a:off x="4504570" y="2535923"/>
                <a:ext cx="121651" cy="125846"/>
              </a:xfrm>
              <a:custGeom>
                <a:avLst/>
                <a:gdLst>
                  <a:gd name="connsiteX0" fmla="*/ 81333 w 121651"/>
                  <a:gd name="connsiteY0" fmla="*/ 124430 h 125846"/>
                  <a:gd name="connsiteX1" fmla="*/ 82790 w 121651"/>
                  <a:gd name="connsiteY1" fmla="*/ 100492 h 125846"/>
                  <a:gd name="connsiteX2" fmla="*/ 80856 w 121651"/>
                  <a:gd name="connsiteY2" fmla="*/ 100492 h 125846"/>
                  <a:gd name="connsiteX3" fmla="*/ 42961 w 121651"/>
                  <a:gd name="connsiteY3" fmla="*/ 125846 h 125846"/>
                  <a:gd name="connsiteX4" fmla="*/ 0 w 121651"/>
                  <a:gd name="connsiteY4" fmla="*/ 85091 h 125846"/>
                  <a:gd name="connsiteX5" fmla="*/ 0 w 121651"/>
                  <a:gd name="connsiteY5" fmla="*/ 0 h 125846"/>
                  <a:gd name="connsiteX6" fmla="*/ 41517 w 121651"/>
                  <a:gd name="connsiteY6" fmla="*/ 0 h 125846"/>
                  <a:gd name="connsiteX7" fmla="*/ 41517 w 121651"/>
                  <a:gd name="connsiteY7" fmla="*/ 74184 h 125846"/>
                  <a:gd name="connsiteX8" fmla="*/ 56727 w 121651"/>
                  <a:gd name="connsiteY8" fmla="*/ 94555 h 125846"/>
                  <a:gd name="connsiteX9" fmla="*/ 80134 w 121651"/>
                  <a:gd name="connsiteY9" fmla="*/ 76540 h 125846"/>
                  <a:gd name="connsiteX10" fmla="*/ 80134 w 121651"/>
                  <a:gd name="connsiteY10" fmla="*/ 0 h 125846"/>
                  <a:gd name="connsiteX11" fmla="*/ 121652 w 121651"/>
                  <a:gd name="connsiteY11" fmla="*/ 0 h 125846"/>
                  <a:gd name="connsiteX12" fmla="*/ 121652 w 121651"/>
                  <a:gd name="connsiteY12" fmla="*/ 124416 h 125846"/>
                  <a:gd name="connsiteX13" fmla="*/ 81346 w 121651"/>
                  <a:gd name="connsiteY13" fmla="*/ 124416 h 125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651" h="125846">
                    <a:moveTo>
                      <a:pt x="81333" y="124430"/>
                    </a:moveTo>
                    <a:lnTo>
                      <a:pt x="82790" y="100492"/>
                    </a:lnTo>
                    <a:lnTo>
                      <a:pt x="80856" y="100492"/>
                    </a:lnTo>
                    <a:cubicBezTo>
                      <a:pt x="75055" y="119691"/>
                      <a:pt x="60581" y="125846"/>
                      <a:pt x="42961" y="125846"/>
                    </a:cubicBezTo>
                    <a:cubicBezTo>
                      <a:pt x="17865" y="125846"/>
                      <a:pt x="0" y="115416"/>
                      <a:pt x="0" y="85091"/>
                    </a:cubicBez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4184"/>
                    </a:lnTo>
                    <a:cubicBezTo>
                      <a:pt x="41517" y="85554"/>
                      <a:pt x="42729" y="94555"/>
                      <a:pt x="56727" y="94555"/>
                    </a:cubicBezTo>
                    <a:cubicBezTo>
                      <a:pt x="67825" y="94555"/>
                      <a:pt x="80134" y="88863"/>
                      <a:pt x="80134" y="76540"/>
                    </a:cubicBezTo>
                    <a:lnTo>
                      <a:pt x="80134" y="0"/>
                    </a:lnTo>
                    <a:lnTo>
                      <a:pt x="121652" y="0"/>
                    </a:lnTo>
                    <a:lnTo>
                      <a:pt x="121652" y="124416"/>
                    </a:lnTo>
                    <a:lnTo>
                      <a:pt x="81346" y="12441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24">
                <a:extLst>
                  <a:ext uri="{FF2B5EF4-FFF2-40B4-BE49-F238E27FC236}">
                    <a16:creationId xmlns:a16="http://schemas.microsoft.com/office/drawing/2014/main" id="{37F11750-C6FF-E153-1BF1-0BAE94A058E1}"/>
                  </a:ext>
                </a:extLst>
              </p:cNvPr>
              <p:cNvSpPr/>
              <p:nvPr/>
            </p:nvSpPr>
            <p:spPr>
              <a:xfrm>
                <a:off x="4648403" y="2534548"/>
                <a:ext cx="124048" cy="127235"/>
              </a:xfrm>
              <a:custGeom>
                <a:avLst/>
                <a:gdLst>
                  <a:gd name="connsiteX0" fmla="*/ 78909 w 124048"/>
                  <a:gd name="connsiteY0" fmla="*/ 36711 h 127235"/>
                  <a:gd name="connsiteX1" fmla="*/ 62024 w 124048"/>
                  <a:gd name="connsiteY1" fmla="*/ 26280 h 127235"/>
                  <a:gd name="connsiteX2" fmla="*/ 40292 w 124048"/>
                  <a:gd name="connsiteY2" fmla="*/ 36234 h 127235"/>
                  <a:gd name="connsiteX3" fmla="*/ 62024 w 124048"/>
                  <a:gd name="connsiteY3" fmla="*/ 47128 h 127235"/>
                  <a:gd name="connsiteX4" fmla="*/ 124048 w 124048"/>
                  <a:gd name="connsiteY4" fmla="*/ 85282 h 127235"/>
                  <a:gd name="connsiteX5" fmla="*/ 62024 w 124048"/>
                  <a:gd name="connsiteY5" fmla="*/ 127235 h 127235"/>
                  <a:gd name="connsiteX6" fmla="*/ 0 w 124048"/>
                  <a:gd name="connsiteY6" fmla="*/ 86943 h 127235"/>
                  <a:gd name="connsiteX7" fmla="*/ 41504 w 124048"/>
                  <a:gd name="connsiteY7" fmla="*/ 86943 h 127235"/>
                  <a:gd name="connsiteX8" fmla="*/ 62024 w 124048"/>
                  <a:gd name="connsiteY8" fmla="*/ 100927 h 127235"/>
                  <a:gd name="connsiteX9" fmla="*/ 83743 w 124048"/>
                  <a:gd name="connsiteY9" fmla="*/ 90034 h 127235"/>
                  <a:gd name="connsiteX10" fmla="*/ 62024 w 124048"/>
                  <a:gd name="connsiteY10" fmla="*/ 77725 h 127235"/>
                  <a:gd name="connsiteX11" fmla="*/ 0 w 124048"/>
                  <a:gd name="connsiteY11" fmla="*/ 40755 h 127235"/>
                  <a:gd name="connsiteX12" fmla="*/ 62024 w 124048"/>
                  <a:gd name="connsiteY12" fmla="*/ 0 h 127235"/>
                  <a:gd name="connsiteX13" fmla="*/ 118016 w 124048"/>
                  <a:gd name="connsiteY13" fmla="*/ 30801 h 127235"/>
                  <a:gd name="connsiteX14" fmla="*/ 118016 w 124048"/>
                  <a:gd name="connsiteY14" fmla="*/ 36724 h 127235"/>
                  <a:gd name="connsiteX15" fmla="*/ 78909 w 124048"/>
                  <a:gd name="connsiteY15" fmla="*/ 36724 h 127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4048" h="127235">
                    <a:moveTo>
                      <a:pt x="78909" y="36711"/>
                    </a:moveTo>
                    <a:cubicBezTo>
                      <a:pt x="77479" y="26280"/>
                      <a:pt x="68533" y="26280"/>
                      <a:pt x="62024" y="26280"/>
                    </a:cubicBezTo>
                    <a:cubicBezTo>
                      <a:pt x="40292" y="26280"/>
                      <a:pt x="40292" y="28895"/>
                      <a:pt x="40292" y="36234"/>
                    </a:cubicBezTo>
                    <a:cubicBezTo>
                      <a:pt x="40292" y="42389"/>
                      <a:pt x="40782" y="46665"/>
                      <a:pt x="62024" y="47128"/>
                    </a:cubicBezTo>
                    <a:cubicBezTo>
                      <a:pt x="104985" y="48081"/>
                      <a:pt x="124048" y="50450"/>
                      <a:pt x="124048" y="85282"/>
                    </a:cubicBezTo>
                    <a:cubicBezTo>
                      <a:pt x="124048" y="120114"/>
                      <a:pt x="95317" y="127235"/>
                      <a:pt x="62024" y="127235"/>
                    </a:cubicBezTo>
                    <a:cubicBezTo>
                      <a:pt x="28731" y="127235"/>
                      <a:pt x="0" y="127943"/>
                      <a:pt x="0" y="86943"/>
                    </a:cubicBezTo>
                    <a:lnTo>
                      <a:pt x="41504" y="86943"/>
                    </a:lnTo>
                    <a:cubicBezTo>
                      <a:pt x="41504" y="100927"/>
                      <a:pt x="51880" y="100927"/>
                      <a:pt x="62024" y="100927"/>
                    </a:cubicBezTo>
                    <a:cubicBezTo>
                      <a:pt x="80843" y="100927"/>
                      <a:pt x="83743" y="99756"/>
                      <a:pt x="83743" y="90034"/>
                    </a:cubicBezTo>
                    <a:cubicBezTo>
                      <a:pt x="83743" y="77725"/>
                      <a:pt x="76499" y="77725"/>
                      <a:pt x="62024" y="77725"/>
                    </a:cubicBezTo>
                    <a:cubicBezTo>
                      <a:pt x="9409" y="77725"/>
                      <a:pt x="0" y="66109"/>
                      <a:pt x="0" y="40755"/>
                    </a:cubicBezTo>
                    <a:cubicBezTo>
                      <a:pt x="0" y="708"/>
                      <a:pt x="26784" y="0"/>
                      <a:pt x="62024" y="0"/>
                    </a:cubicBezTo>
                    <a:cubicBezTo>
                      <a:pt x="85186" y="0"/>
                      <a:pt x="118016" y="231"/>
                      <a:pt x="118016" y="30801"/>
                    </a:cubicBezTo>
                    <a:lnTo>
                      <a:pt x="118016" y="36724"/>
                    </a:lnTo>
                    <a:lnTo>
                      <a:pt x="78909" y="36724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5">
                <a:extLst>
                  <a:ext uri="{FF2B5EF4-FFF2-40B4-BE49-F238E27FC236}">
                    <a16:creationId xmlns:a16="http://schemas.microsoft.com/office/drawing/2014/main" id="{09FD7D72-9EC5-026D-B18D-13B43012CE33}"/>
                  </a:ext>
                </a:extLst>
              </p:cNvPr>
              <p:cNvSpPr/>
              <p:nvPr/>
            </p:nvSpPr>
            <p:spPr>
              <a:xfrm>
                <a:off x="4780418" y="2482641"/>
                <a:ext cx="143356" cy="177712"/>
              </a:xfrm>
              <a:custGeom>
                <a:avLst/>
                <a:gdLst>
                  <a:gd name="connsiteX0" fmla="*/ 94609 w 143356"/>
                  <a:gd name="connsiteY0" fmla="*/ 177712 h 177712"/>
                  <a:gd name="connsiteX1" fmla="*/ 46338 w 143356"/>
                  <a:gd name="connsiteY1" fmla="*/ 177712 h 177712"/>
                  <a:gd name="connsiteX2" fmla="*/ 46338 w 143356"/>
                  <a:gd name="connsiteY2" fmla="*/ 41218 h 177712"/>
                  <a:gd name="connsiteX3" fmla="*/ 0 w 143356"/>
                  <a:gd name="connsiteY3" fmla="*/ 41218 h 177712"/>
                  <a:gd name="connsiteX4" fmla="*/ 0 w 143356"/>
                  <a:gd name="connsiteY4" fmla="*/ 0 h 177712"/>
                  <a:gd name="connsiteX5" fmla="*/ 143357 w 143356"/>
                  <a:gd name="connsiteY5" fmla="*/ 0 h 177712"/>
                  <a:gd name="connsiteX6" fmla="*/ 143357 w 143356"/>
                  <a:gd name="connsiteY6" fmla="*/ 41218 h 177712"/>
                  <a:gd name="connsiteX7" fmla="*/ 94609 w 143356"/>
                  <a:gd name="connsiteY7" fmla="*/ 41218 h 177712"/>
                  <a:gd name="connsiteX8" fmla="*/ 94609 w 143356"/>
                  <a:gd name="connsiteY8" fmla="*/ 177712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3356" h="177712">
                    <a:moveTo>
                      <a:pt x="94609" y="177712"/>
                    </a:moveTo>
                    <a:lnTo>
                      <a:pt x="46338" y="177712"/>
                    </a:lnTo>
                    <a:lnTo>
                      <a:pt x="46338" y="41218"/>
                    </a:lnTo>
                    <a:lnTo>
                      <a:pt x="0" y="41218"/>
                    </a:lnTo>
                    <a:lnTo>
                      <a:pt x="0" y="0"/>
                    </a:lnTo>
                    <a:lnTo>
                      <a:pt x="143357" y="0"/>
                    </a:lnTo>
                    <a:lnTo>
                      <a:pt x="143357" y="41218"/>
                    </a:lnTo>
                    <a:lnTo>
                      <a:pt x="94609" y="41218"/>
                    </a:lnTo>
                    <a:lnTo>
                      <a:pt x="94609" y="17771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" name="Freeform: Shape 26">
                <a:extLst>
                  <a:ext uri="{FF2B5EF4-FFF2-40B4-BE49-F238E27FC236}">
                    <a16:creationId xmlns:a16="http://schemas.microsoft.com/office/drawing/2014/main" id="{D4BCEDD4-475F-8F14-0BDD-D8CA3CE94066}"/>
                  </a:ext>
                </a:extLst>
              </p:cNvPr>
              <p:cNvSpPr/>
              <p:nvPr/>
            </p:nvSpPr>
            <p:spPr>
              <a:xfrm>
                <a:off x="4917525" y="2534521"/>
                <a:ext cx="123830" cy="127248"/>
              </a:xfrm>
              <a:custGeom>
                <a:avLst/>
                <a:gdLst>
                  <a:gd name="connsiteX0" fmla="*/ 82313 w 123830"/>
                  <a:gd name="connsiteY0" fmla="*/ 48108 h 127248"/>
                  <a:gd name="connsiteX1" fmla="*/ 61303 w 123830"/>
                  <a:gd name="connsiteY1" fmla="*/ 28432 h 127248"/>
                  <a:gd name="connsiteX2" fmla="*/ 41517 w 123830"/>
                  <a:gd name="connsiteY2" fmla="*/ 48108 h 127248"/>
                  <a:gd name="connsiteX3" fmla="*/ 82313 w 123830"/>
                  <a:gd name="connsiteY3" fmla="*/ 48108 h 127248"/>
                  <a:gd name="connsiteX4" fmla="*/ 123817 w 123830"/>
                  <a:gd name="connsiteY4" fmla="*/ 84369 h 127248"/>
                  <a:gd name="connsiteX5" fmla="*/ 106674 w 123830"/>
                  <a:gd name="connsiteY5" fmla="*/ 119909 h 127248"/>
                  <a:gd name="connsiteX6" fmla="*/ 62024 w 123830"/>
                  <a:gd name="connsiteY6" fmla="*/ 127249 h 127248"/>
                  <a:gd name="connsiteX7" fmla="*/ 0 w 123830"/>
                  <a:gd name="connsiteY7" fmla="*/ 63740 h 127248"/>
                  <a:gd name="connsiteX8" fmla="*/ 62024 w 123830"/>
                  <a:gd name="connsiteY8" fmla="*/ 0 h 127248"/>
                  <a:gd name="connsiteX9" fmla="*/ 123817 w 123830"/>
                  <a:gd name="connsiteY9" fmla="*/ 63740 h 127248"/>
                  <a:gd name="connsiteX10" fmla="*/ 123817 w 123830"/>
                  <a:gd name="connsiteY10" fmla="*/ 70617 h 127248"/>
                  <a:gd name="connsiteX11" fmla="*/ 41517 w 123830"/>
                  <a:gd name="connsiteY11" fmla="*/ 70617 h 127248"/>
                  <a:gd name="connsiteX12" fmla="*/ 62024 w 123830"/>
                  <a:gd name="connsiteY12" fmla="*/ 98803 h 127248"/>
                  <a:gd name="connsiteX13" fmla="*/ 83035 w 123830"/>
                  <a:gd name="connsiteY13" fmla="*/ 84356 h 127248"/>
                  <a:gd name="connsiteX14" fmla="*/ 123831 w 123830"/>
                  <a:gd name="connsiteY14" fmla="*/ 84356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3830" h="127248">
                    <a:moveTo>
                      <a:pt x="82313" y="48108"/>
                    </a:moveTo>
                    <a:cubicBezTo>
                      <a:pt x="82313" y="29616"/>
                      <a:pt x="75301" y="28432"/>
                      <a:pt x="61303" y="28432"/>
                    </a:cubicBezTo>
                    <a:cubicBezTo>
                      <a:pt x="46583" y="28432"/>
                      <a:pt x="41994" y="31754"/>
                      <a:pt x="41517" y="48108"/>
                    </a:cubicBezTo>
                    <a:lnTo>
                      <a:pt x="82313" y="48108"/>
                    </a:lnTo>
                    <a:close/>
                    <a:moveTo>
                      <a:pt x="123817" y="84369"/>
                    </a:moveTo>
                    <a:cubicBezTo>
                      <a:pt x="123817" y="103093"/>
                      <a:pt x="117540" y="113754"/>
                      <a:pt x="106674" y="119909"/>
                    </a:cubicBezTo>
                    <a:cubicBezTo>
                      <a:pt x="95807" y="125833"/>
                      <a:pt x="80366" y="127249"/>
                      <a:pt x="62024" y="127249"/>
                    </a:cubicBezTo>
                    <a:cubicBezTo>
                      <a:pt x="12064" y="127249"/>
                      <a:pt x="0" y="110187"/>
                      <a:pt x="0" y="63740"/>
                    </a:cubicBezTo>
                    <a:cubicBezTo>
                      <a:pt x="0" y="17293"/>
                      <a:pt x="11098" y="0"/>
                      <a:pt x="62024" y="0"/>
                    </a:cubicBezTo>
                    <a:cubicBezTo>
                      <a:pt x="109574" y="0"/>
                      <a:pt x="123817" y="13031"/>
                      <a:pt x="123817" y="63740"/>
                    </a:cubicBezTo>
                    <a:lnTo>
                      <a:pt x="123817" y="70617"/>
                    </a:lnTo>
                    <a:lnTo>
                      <a:pt x="41517" y="70617"/>
                    </a:lnTo>
                    <a:cubicBezTo>
                      <a:pt x="41517" y="92403"/>
                      <a:pt x="44894" y="98803"/>
                      <a:pt x="62024" y="98803"/>
                    </a:cubicBezTo>
                    <a:cubicBezTo>
                      <a:pt x="74824" y="98803"/>
                      <a:pt x="83035" y="97387"/>
                      <a:pt x="83035" y="84356"/>
                    </a:cubicBezTo>
                    <a:lnTo>
                      <a:pt x="123831" y="8435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27">
                <a:extLst>
                  <a:ext uri="{FF2B5EF4-FFF2-40B4-BE49-F238E27FC236}">
                    <a16:creationId xmlns:a16="http://schemas.microsoft.com/office/drawing/2014/main" id="{CCEBA103-BE42-5375-587D-A9DDA05E7FB6}"/>
                  </a:ext>
                </a:extLst>
              </p:cNvPr>
              <p:cNvSpPr/>
              <p:nvPr/>
            </p:nvSpPr>
            <p:spPr>
              <a:xfrm>
                <a:off x="5056306" y="2534521"/>
                <a:ext cx="121883" cy="127248"/>
              </a:xfrm>
              <a:custGeom>
                <a:avLst/>
                <a:gdLst>
                  <a:gd name="connsiteX0" fmla="*/ 121883 w 121883"/>
                  <a:gd name="connsiteY0" fmla="*/ 76077 h 127248"/>
                  <a:gd name="connsiteX1" fmla="*/ 107885 w 121883"/>
                  <a:gd name="connsiteY1" fmla="*/ 118956 h 127248"/>
                  <a:gd name="connsiteX2" fmla="*/ 60581 w 121883"/>
                  <a:gd name="connsiteY2" fmla="*/ 127249 h 127248"/>
                  <a:gd name="connsiteX3" fmla="*/ 0 w 121883"/>
                  <a:gd name="connsiteY3" fmla="*/ 63740 h 127248"/>
                  <a:gd name="connsiteX4" fmla="*/ 60581 w 121883"/>
                  <a:gd name="connsiteY4" fmla="*/ 0 h 127248"/>
                  <a:gd name="connsiteX5" fmla="*/ 121883 w 121883"/>
                  <a:gd name="connsiteY5" fmla="*/ 48094 h 127248"/>
                  <a:gd name="connsiteX6" fmla="*/ 80352 w 121883"/>
                  <a:gd name="connsiteY6" fmla="*/ 48094 h 127248"/>
                  <a:gd name="connsiteX7" fmla="*/ 76975 w 121883"/>
                  <a:gd name="connsiteY7" fmla="*/ 34818 h 127248"/>
                  <a:gd name="connsiteX8" fmla="*/ 60567 w 121883"/>
                  <a:gd name="connsiteY8" fmla="*/ 31250 h 127248"/>
                  <a:gd name="connsiteX9" fmla="*/ 41504 w 121883"/>
                  <a:gd name="connsiteY9" fmla="*/ 63726 h 127248"/>
                  <a:gd name="connsiteX10" fmla="*/ 60567 w 121883"/>
                  <a:gd name="connsiteY10" fmla="*/ 95957 h 127248"/>
                  <a:gd name="connsiteX11" fmla="*/ 80352 w 121883"/>
                  <a:gd name="connsiteY11" fmla="*/ 76050 h 127248"/>
                  <a:gd name="connsiteX12" fmla="*/ 121883 w 121883"/>
                  <a:gd name="connsiteY12" fmla="*/ 76050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1883" h="127248">
                    <a:moveTo>
                      <a:pt x="121883" y="76077"/>
                    </a:moveTo>
                    <a:cubicBezTo>
                      <a:pt x="121883" y="99293"/>
                      <a:pt x="117785" y="112093"/>
                      <a:pt x="107885" y="118956"/>
                    </a:cubicBezTo>
                    <a:cubicBezTo>
                      <a:pt x="98231" y="126064"/>
                      <a:pt x="83021" y="127249"/>
                      <a:pt x="60581" y="127249"/>
                    </a:cubicBezTo>
                    <a:cubicBezTo>
                      <a:pt x="11588" y="127249"/>
                      <a:pt x="0" y="112788"/>
                      <a:pt x="0" y="63740"/>
                    </a:cubicBezTo>
                    <a:cubicBezTo>
                      <a:pt x="0" y="21555"/>
                      <a:pt x="8701" y="0"/>
                      <a:pt x="60581" y="0"/>
                    </a:cubicBezTo>
                    <a:cubicBezTo>
                      <a:pt x="97019" y="0"/>
                      <a:pt x="121883" y="3785"/>
                      <a:pt x="121883" y="48094"/>
                    </a:cubicBezTo>
                    <a:lnTo>
                      <a:pt x="80352" y="48094"/>
                    </a:lnTo>
                    <a:cubicBezTo>
                      <a:pt x="80597" y="41463"/>
                      <a:pt x="79889" y="37432"/>
                      <a:pt x="76975" y="34818"/>
                    </a:cubicBezTo>
                    <a:cubicBezTo>
                      <a:pt x="74075" y="32217"/>
                      <a:pt x="69255" y="31250"/>
                      <a:pt x="60567" y="31250"/>
                    </a:cubicBezTo>
                    <a:cubicBezTo>
                      <a:pt x="45848" y="31250"/>
                      <a:pt x="41504" y="35295"/>
                      <a:pt x="41504" y="63726"/>
                    </a:cubicBezTo>
                    <a:cubicBezTo>
                      <a:pt x="41504" y="92158"/>
                      <a:pt x="44881" y="95957"/>
                      <a:pt x="60567" y="95957"/>
                    </a:cubicBezTo>
                    <a:cubicBezTo>
                      <a:pt x="79386" y="95957"/>
                      <a:pt x="80352" y="91450"/>
                      <a:pt x="80352" y="76050"/>
                    </a:cubicBezTo>
                    <a:lnTo>
                      <a:pt x="121883" y="760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8">
                <a:extLst>
                  <a:ext uri="{FF2B5EF4-FFF2-40B4-BE49-F238E27FC236}">
                    <a16:creationId xmlns:a16="http://schemas.microsoft.com/office/drawing/2014/main" id="{35F12095-36DC-71C0-36A6-5A8B61E702E5}"/>
                  </a:ext>
                </a:extLst>
              </p:cNvPr>
              <p:cNvSpPr/>
              <p:nvPr/>
            </p:nvSpPr>
            <p:spPr>
              <a:xfrm>
                <a:off x="5197022" y="2482641"/>
                <a:ext cx="121883" cy="177726"/>
              </a:xfrm>
              <a:custGeom>
                <a:avLst/>
                <a:gdLst>
                  <a:gd name="connsiteX0" fmla="*/ 41504 w 121883"/>
                  <a:gd name="connsiteY0" fmla="*/ 76526 h 177726"/>
                  <a:gd name="connsiteX1" fmla="*/ 43192 w 121883"/>
                  <a:gd name="connsiteY1" fmla="*/ 76526 h 177726"/>
                  <a:gd name="connsiteX2" fmla="*/ 81088 w 121883"/>
                  <a:gd name="connsiteY2" fmla="*/ 51893 h 177726"/>
                  <a:gd name="connsiteX3" fmla="*/ 121883 w 121883"/>
                  <a:gd name="connsiteY3" fmla="*/ 91709 h 177726"/>
                  <a:gd name="connsiteX4" fmla="*/ 121883 w 121883"/>
                  <a:gd name="connsiteY4" fmla="*/ 177726 h 177726"/>
                  <a:gd name="connsiteX5" fmla="*/ 80366 w 121883"/>
                  <a:gd name="connsiteY5" fmla="*/ 177726 h 177726"/>
                  <a:gd name="connsiteX6" fmla="*/ 80366 w 121883"/>
                  <a:gd name="connsiteY6" fmla="*/ 101173 h 177726"/>
                  <a:gd name="connsiteX7" fmla="*/ 63236 w 121883"/>
                  <a:gd name="connsiteY7" fmla="*/ 83158 h 177726"/>
                  <a:gd name="connsiteX8" fmla="*/ 41517 w 121883"/>
                  <a:gd name="connsiteY8" fmla="*/ 109234 h 177726"/>
                  <a:gd name="connsiteX9" fmla="*/ 41517 w 121883"/>
                  <a:gd name="connsiteY9" fmla="*/ 177726 h 177726"/>
                  <a:gd name="connsiteX10" fmla="*/ 0 w 121883"/>
                  <a:gd name="connsiteY10" fmla="*/ 177726 h 177726"/>
                  <a:gd name="connsiteX11" fmla="*/ 0 w 121883"/>
                  <a:gd name="connsiteY11" fmla="*/ 0 h 177726"/>
                  <a:gd name="connsiteX12" fmla="*/ 41517 w 121883"/>
                  <a:gd name="connsiteY12" fmla="*/ 0 h 177726"/>
                  <a:gd name="connsiteX13" fmla="*/ 41517 w 121883"/>
                  <a:gd name="connsiteY13" fmla="*/ 76526 h 177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883" h="177726">
                    <a:moveTo>
                      <a:pt x="41504" y="76526"/>
                    </a:moveTo>
                    <a:lnTo>
                      <a:pt x="43192" y="76526"/>
                    </a:lnTo>
                    <a:cubicBezTo>
                      <a:pt x="49225" y="56864"/>
                      <a:pt x="61548" y="51893"/>
                      <a:pt x="81088" y="51893"/>
                    </a:cubicBezTo>
                    <a:cubicBezTo>
                      <a:pt x="109084" y="51893"/>
                      <a:pt x="121883" y="64925"/>
                      <a:pt x="121883" y="91709"/>
                    </a:cubicBezTo>
                    <a:lnTo>
                      <a:pt x="121883" y="177726"/>
                    </a:lnTo>
                    <a:lnTo>
                      <a:pt x="80366" y="177726"/>
                    </a:lnTo>
                    <a:lnTo>
                      <a:pt x="80366" y="101173"/>
                    </a:lnTo>
                    <a:cubicBezTo>
                      <a:pt x="80134" y="89095"/>
                      <a:pt x="76744" y="83158"/>
                      <a:pt x="63236" y="83158"/>
                    </a:cubicBezTo>
                    <a:cubicBezTo>
                      <a:pt x="44663" y="83158"/>
                      <a:pt x="41517" y="94065"/>
                      <a:pt x="41517" y="109234"/>
                    </a:cubicBezTo>
                    <a:lnTo>
                      <a:pt x="41517" y="177726"/>
                    </a:lnTo>
                    <a:lnTo>
                      <a:pt x="0" y="177726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652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83494A5-FD76-7688-A0A8-218BED434F98}"/>
                </a:ext>
              </a:extLst>
            </p:cNvPr>
            <p:cNvGrpSpPr/>
            <p:nvPr/>
          </p:nvGrpSpPr>
          <p:grpSpPr>
            <a:xfrm>
              <a:off x="3824442" y="2481552"/>
              <a:ext cx="179889" cy="179891"/>
              <a:chOff x="3824442" y="2481552"/>
              <a:chExt cx="179889" cy="179891"/>
            </a:xfrm>
          </p:grpSpPr>
          <p:sp>
            <p:nvSpPr>
              <p:cNvPr id="7" name="Freeform: Shape 7">
                <a:extLst>
                  <a:ext uri="{FF2B5EF4-FFF2-40B4-BE49-F238E27FC236}">
                    <a16:creationId xmlns:a16="http://schemas.microsoft.com/office/drawing/2014/main" id="{1558E5C2-9205-DEBA-0A7F-3A13E98F995A}"/>
                  </a:ext>
                </a:extLst>
              </p:cNvPr>
              <p:cNvSpPr/>
              <p:nvPr/>
            </p:nvSpPr>
            <p:spPr>
              <a:xfrm>
                <a:off x="382444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" name="Freeform: Shape 10">
                <a:extLst>
                  <a:ext uri="{FF2B5EF4-FFF2-40B4-BE49-F238E27FC236}">
                    <a16:creationId xmlns:a16="http://schemas.microsoft.com/office/drawing/2014/main" id="{50F324EB-0491-4A71-C1C2-C532B73285AD}"/>
                  </a:ext>
                </a:extLst>
              </p:cNvPr>
              <p:cNvSpPr/>
              <p:nvPr/>
            </p:nvSpPr>
            <p:spPr>
              <a:xfrm>
                <a:off x="3887569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" name="Freeform: Shape 11">
                <a:extLst>
                  <a:ext uri="{FF2B5EF4-FFF2-40B4-BE49-F238E27FC236}">
                    <a16:creationId xmlns:a16="http://schemas.microsoft.com/office/drawing/2014/main" id="{8FA66A69-9C8B-4FB1-FF02-538F091AC7CC}"/>
                  </a:ext>
                </a:extLst>
              </p:cNvPr>
              <p:cNvSpPr/>
              <p:nvPr/>
            </p:nvSpPr>
            <p:spPr>
              <a:xfrm>
                <a:off x="395068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" name="Freeform: Shape 13">
                <a:extLst>
                  <a:ext uri="{FF2B5EF4-FFF2-40B4-BE49-F238E27FC236}">
                    <a16:creationId xmlns:a16="http://schemas.microsoft.com/office/drawing/2014/main" id="{4F2470B6-1F3F-1AE4-FA0A-D919C1074E21}"/>
                  </a:ext>
                </a:extLst>
              </p:cNvPr>
              <p:cNvSpPr/>
              <p:nvPr/>
            </p:nvSpPr>
            <p:spPr>
              <a:xfrm>
                <a:off x="382444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" name="Freeform: Shape 14">
                <a:extLst>
                  <a:ext uri="{FF2B5EF4-FFF2-40B4-BE49-F238E27FC236}">
                    <a16:creationId xmlns:a16="http://schemas.microsoft.com/office/drawing/2014/main" id="{1CFA976B-31E3-E63E-B413-26E5E272551A}"/>
                  </a:ext>
                </a:extLst>
              </p:cNvPr>
              <p:cNvSpPr/>
              <p:nvPr/>
            </p:nvSpPr>
            <p:spPr>
              <a:xfrm>
                <a:off x="3887569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" name="Freeform: Shape 15">
                <a:extLst>
                  <a:ext uri="{FF2B5EF4-FFF2-40B4-BE49-F238E27FC236}">
                    <a16:creationId xmlns:a16="http://schemas.microsoft.com/office/drawing/2014/main" id="{F6B9153F-219F-FBBB-62A1-51029BB747C9}"/>
                  </a:ext>
                </a:extLst>
              </p:cNvPr>
              <p:cNvSpPr/>
              <p:nvPr/>
            </p:nvSpPr>
            <p:spPr>
              <a:xfrm>
                <a:off x="395068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" name="Freeform: Shape 16">
                <a:extLst>
                  <a:ext uri="{FF2B5EF4-FFF2-40B4-BE49-F238E27FC236}">
                    <a16:creationId xmlns:a16="http://schemas.microsoft.com/office/drawing/2014/main" id="{5640B4F2-3EB6-7727-E1E0-648AE5326481}"/>
                  </a:ext>
                </a:extLst>
              </p:cNvPr>
              <p:cNvSpPr/>
              <p:nvPr/>
            </p:nvSpPr>
            <p:spPr>
              <a:xfrm>
                <a:off x="382444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4" name="Freeform: Shape 17">
                <a:extLst>
                  <a:ext uri="{FF2B5EF4-FFF2-40B4-BE49-F238E27FC236}">
                    <a16:creationId xmlns:a16="http://schemas.microsoft.com/office/drawing/2014/main" id="{A44C7CE2-0ED3-A958-1186-AE0E742BA1D4}"/>
                  </a:ext>
                </a:extLst>
              </p:cNvPr>
              <p:cNvSpPr/>
              <p:nvPr/>
            </p:nvSpPr>
            <p:spPr>
              <a:xfrm>
                <a:off x="3887569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7" name="Freeform: Shape 18">
                <a:extLst>
                  <a:ext uri="{FF2B5EF4-FFF2-40B4-BE49-F238E27FC236}">
                    <a16:creationId xmlns:a16="http://schemas.microsoft.com/office/drawing/2014/main" id="{A1DFF349-62FB-8B85-8968-FA0D7E600E15}"/>
                  </a:ext>
                </a:extLst>
              </p:cNvPr>
              <p:cNvSpPr/>
              <p:nvPr/>
            </p:nvSpPr>
            <p:spPr>
              <a:xfrm>
                <a:off x="395068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737335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White_Content_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AE8B7343-557D-F25B-8BBC-0F148C4E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40" y="308506"/>
            <a:ext cx="8669120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FD12A8C-5D71-1C71-45D3-B27211CBDB50}"/>
              </a:ext>
            </a:extLst>
          </p:cNvPr>
          <p:cNvSpPr txBox="1">
            <a:spLocks/>
          </p:cNvSpPr>
          <p:nvPr userDrawn="1"/>
        </p:nvSpPr>
        <p:spPr>
          <a:xfrm>
            <a:off x="8757480" y="4806255"/>
            <a:ext cx="14908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37A3306-72CE-48AC-9363-0EAE74D66663}" type="slidenum">
              <a:rPr lang="en-IN" sz="800" smtClean="0">
                <a:solidFill>
                  <a:schemeClr val="bg1"/>
                </a:solidFill>
              </a:rPr>
              <a:pPr algn="r"/>
              <a:t>‹#›</a:t>
            </a:fld>
            <a:endParaRPr lang="en-IN" sz="800">
              <a:solidFill>
                <a:schemeClr val="bg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82DAC0-0608-87E0-C8C9-A253D58150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8125" y="668257"/>
            <a:ext cx="8667750" cy="15234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+mn-lt"/>
                <a:cs typeface="Bai Jamjuree" panose="00000500000000000000" pitchFamily="2" charset="-34"/>
              </a:defRPr>
            </a:lvl1pPr>
            <a:lvl2pPr marL="342900" indent="0">
              <a:buNone/>
              <a:defRPr sz="1100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2pPr>
            <a:lvl3pPr marL="685800" indent="0">
              <a:buNone/>
              <a:defRPr sz="1100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3pPr>
            <a:lvl4pPr marL="1028700" indent="0">
              <a:buNone/>
              <a:defRPr sz="1100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4pPr>
            <a:lvl5pPr marL="1371600" indent="0">
              <a:buNone/>
              <a:defRPr sz="1100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5090A055-E4D8-FF3D-5EF8-94D578AF40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38123" y="1038385"/>
            <a:ext cx="2808774" cy="2492753"/>
          </a:xfrm>
          <a:prstGeom prst="roundRect">
            <a:avLst>
              <a:gd name="adj" fmla="val 7341"/>
            </a:avLst>
          </a:pr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1C6FC71-9D3A-733B-0B5C-16AC52EA4D1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67612" y="1038385"/>
            <a:ext cx="2808774" cy="2492753"/>
          </a:xfrm>
          <a:prstGeom prst="roundRect">
            <a:avLst>
              <a:gd name="adj" fmla="val 7030"/>
            </a:avLst>
          </a:pr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A2871CDF-09DE-ABE5-1309-0606E1CDEA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7101" y="1038385"/>
            <a:ext cx="2808774" cy="2492753"/>
          </a:xfrm>
          <a:prstGeom prst="roundRect">
            <a:avLst>
              <a:gd name="adj" fmla="val 6098"/>
            </a:avLst>
          </a:prstGeom>
        </p:spPr>
        <p:txBody>
          <a:bodyPr wrap="square">
            <a:noAutofit/>
          </a:bodyPr>
          <a:lstStyle/>
          <a:p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891944D-F41C-4EAD-B2D9-9640809316B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33393" y="4804408"/>
            <a:ext cx="1042737" cy="126000"/>
            <a:chOff x="3824442" y="2481198"/>
            <a:chExt cx="1494463" cy="180585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E5B94C0-637B-CF6E-C447-517616F64B18}"/>
                </a:ext>
              </a:extLst>
            </p:cNvPr>
            <p:cNvGrpSpPr/>
            <p:nvPr/>
          </p:nvGrpSpPr>
          <p:grpSpPr>
            <a:xfrm>
              <a:off x="4083922" y="2481198"/>
              <a:ext cx="1234983" cy="180585"/>
              <a:chOff x="4083922" y="2481198"/>
              <a:chExt cx="1234983" cy="180585"/>
            </a:xfrm>
          </p:grpSpPr>
          <p:sp>
            <p:nvSpPr>
              <p:cNvPr id="30" name="Freeform: Shape 19">
                <a:extLst>
                  <a:ext uri="{FF2B5EF4-FFF2-40B4-BE49-F238E27FC236}">
                    <a16:creationId xmlns:a16="http://schemas.microsoft.com/office/drawing/2014/main" id="{E545C20E-E194-FF0B-D53C-EFD9CBAE3572}"/>
                  </a:ext>
                </a:extLst>
              </p:cNvPr>
              <p:cNvSpPr/>
              <p:nvPr/>
            </p:nvSpPr>
            <p:spPr>
              <a:xfrm>
                <a:off x="4083922" y="2481198"/>
                <a:ext cx="159274" cy="180558"/>
              </a:xfrm>
              <a:custGeom>
                <a:avLst/>
                <a:gdLst>
                  <a:gd name="connsiteX0" fmla="*/ 159275 w 159274"/>
                  <a:gd name="connsiteY0" fmla="*/ 111848 h 180558"/>
                  <a:gd name="connsiteX1" fmla="*/ 159275 w 159274"/>
                  <a:gd name="connsiteY1" fmla="*/ 117063 h 180558"/>
                  <a:gd name="connsiteX2" fmla="*/ 142622 w 159274"/>
                  <a:gd name="connsiteY2" fmla="*/ 167541 h 180558"/>
                  <a:gd name="connsiteX3" fmla="*/ 85186 w 159274"/>
                  <a:gd name="connsiteY3" fmla="*/ 180558 h 180558"/>
                  <a:gd name="connsiteX4" fmla="*/ 0 w 159274"/>
                  <a:gd name="connsiteY4" fmla="*/ 113264 h 180558"/>
                  <a:gd name="connsiteX5" fmla="*/ 0 w 159274"/>
                  <a:gd name="connsiteY5" fmla="*/ 67294 h 180558"/>
                  <a:gd name="connsiteX6" fmla="*/ 85186 w 159274"/>
                  <a:gd name="connsiteY6" fmla="*/ 0 h 180558"/>
                  <a:gd name="connsiteX7" fmla="*/ 159043 w 159274"/>
                  <a:gd name="connsiteY7" fmla="*/ 58307 h 180558"/>
                  <a:gd name="connsiteX8" fmla="*/ 159043 w 159274"/>
                  <a:gd name="connsiteY8" fmla="*/ 65183 h 180558"/>
                  <a:gd name="connsiteX9" fmla="*/ 109315 w 159274"/>
                  <a:gd name="connsiteY9" fmla="*/ 65183 h 180558"/>
                  <a:gd name="connsiteX10" fmla="*/ 109315 w 159274"/>
                  <a:gd name="connsiteY10" fmla="*/ 58307 h 180558"/>
                  <a:gd name="connsiteX11" fmla="*/ 79876 w 159274"/>
                  <a:gd name="connsiteY11" fmla="*/ 41232 h 180558"/>
                  <a:gd name="connsiteX12" fmla="*/ 49701 w 159274"/>
                  <a:gd name="connsiteY12" fmla="*/ 74892 h 180558"/>
                  <a:gd name="connsiteX13" fmla="*/ 49701 w 159274"/>
                  <a:gd name="connsiteY13" fmla="*/ 102616 h 180558"/>
                  <a:gd name="connsiteX14" fmla="*/ 79876 w 159274"/>
                  <a:gd name="connsiteY14" fmla="*/ 139354 h 180558"/>
                  <a:gd name="connsiteX15" fmla="*/ 109560 w 159274"/>
                  <a:gd name="connsiteY15" fmla="*/ 117091 h 180558"/>
                  <a:gd name="connsiteX16" fmla="*/ 109560 w 159274"/>
                  <a:gd name="connsiteY16" fmla="*/ 111875 h 180558"/>
                  <a:gd name="connsiteX17" fmla="*/ 159275 w 159274"/>
                  <a:gd name="connsiteY17" fmla="*/ 111875 h 180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9274" h="180558">
                    <a:moveTo>
                      <a:pt x="159275" y="111848"/>
                    </a:moveTo>
                    <a:lnTo>
                      <a:pt x="159275" y="117063"/>
                    </a:lnTo>
                    <a:cubicBezTo>
                      <a:pt x="159275" y="136481"/>
                      <a:pt x="159030" y="154019"/>
                      <a:pt x="142622" y="167541"/>
                    </a:cubicBezTo>
                    <a:cubicBezTo>
                      <a:pt x="126200" y="180803"/>
                      <a:pt x="106183" y="180558"/>
                      <a:pt x="85186" y="180558"/>
                    </a:cubicBezTo>
                    <a:cubicBezTo>
                      <a:pt x="35948" y="180558"/>
                      <a:pt x="0" y="178189"/>
                      <a:pt x="0" y="113264"/>
                    </a:cubicBezTo>
                    <a:lnTo>
                      <a:pt x="0" y="67294"/>
                    </a:lnTo>
                    <a:cubicBezTo>
                      <a:pt x="-14" y="8538"/>
                      <a:pt x="32081" y="0"/>
                      <a:pt x="85186" y="0"/>
                    </a:cubicBezTo>
                    <a:cubicBezTo>
                      <a:pt x="134901" y="0"/>
                      <a:pt x="158077" y="4970"/>
                      <a:pt x="159043" y="58307"/>
                    </a:cubicBezTo>
                    <a:lnTo>
                      <a:pt x="159043" y="65183"/>
                    </a:lnTo>
                    <a:lnTo>
                      <a:pt x="109315" y="65183"/>
                    </a:lnTo>
                    <a:lnTo>
                      <a:pt x="109315" y="58307"/>
                    </a:lnTo>
                    <a:cubicBezTo>
                      <a:pt x="107640" y="42430"/>
                      <a:pt x="96284" y="41232"/>
                      <a:pt x="79876" y="41232"/>
                    </a:cubicBezTo>
                    <a:cubicBezTo>
                      <a:pt x="52356" y="41232"/>
                      <a:pt x="49701" y="49538"/>
                      <a:pt x="49701" y="74892"/>
                    </a:cubicBezTo>
                    <a:lnTo>
                      <a:pt x="49701" y="102616"/>
                    </a:lnTo>
                    <a:cubicBezTo>
                      <a:pt x="49701" y="129169"/>
                      <a:pt x="50913" y="139354"/>
                      <a:pt x="79876" y="139354"/>
                    </a:cubicBezTo>
                    <a:cubicBezTo>
                      <a:pt x="99906" y="139354"/>
                      <a:pt x="109560" y="137938"/>
                      <a:pt x="109560" y="117091"/>
                    </a:cubicBezTo>
                    <a:lnTo>
                      <a:pt x="109560" y="111875"/>
                    </a:lnTo>
                    <a:lnTo>
                      <a:pt x="159275" y="111875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1" name="Freeform: Shape 20">
                <a:extLst>
                  <a:ext uri="{FF2B5EF4-FFF2-40B4-BE49-F238E27FC236}">
                    <a16:creationId xmlns:a16="http://schemas.microsoft.com/office/drawing/2014/main" id="{B5EBC398-BDEF-8EC9-C3D5-7DEBB259E95A}"/>
                  </a:ext>
                </a:extLst>
              </p:cNvPr>
              <p:cNvSpPr/>
              <p:nvPr/>
            </p:nvSpPr>
            <p:spPr>
              <a:xfrm>
                <a:off x="4261525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2" name="Freeform: Shape 21">
                <a:extLst>
                  <a:ext uri="{FF2B5EF4-FFF2-40B4-BE49-F238E27FC236}">
                    <a16:creationId xmlns:a16="http://schemas.microsoft.com/office/drawing/2014/main" id="{C4D1CED2-008D-2E06-49A0-D648EB4CA7CF}"/>
                  </a:ext>
                </a:extLst>
              </p:cNvPr>
              <p:cNvSpPr/>
              <p:nvPr/>
            </p:nvSpPr>
            <p:spPr>
              <a:xfrm>
                <a:off x="4316564" y="2509643"/>
                <a:ext cx="110540" cy="152126"/>
              </a:xfrm>
              <a:custGeom>
                <a:avLst/>
                <a:gdLst>
                  <a:gd name="connsiteX0" fmla="*/ 104985 w 110540"/>
                  <a:gd name="connsiteY0" fmla="*/ 56142 h 152126"/>
                  <a:gd name="connsiteX1" fmla="*/ 56959 w 110540"/>
                  <a:gd name="connsiteY1" fmla="*/ 56142 h 152126"/>
                  <a:gd name="connsiteX2" fmla="*/ 56959 w 110540"/>
                  <a:gd name="connsiteY2" fmla="*/ 111835 h 152126"/>
                  <a:gd name="connsiteX3" fmla="*/ 66382 w 110540"/>
                  <a:gd name="connsiteY3" fmla="*/ 122265 h 152126"/>
                  <a:gd name="connsiteX4" fmla="*/ 77234 w 110540"/>
                  <a:gd name="connsiteY4" fmla="*/ 106156 h 152126"/>
                  <a:gd name="connsiteX5" fmla="*/ 77479 w 110540"/>
                  <a:gd name="connsiteY5" fmla="*/ 99511 h 152126"/>
                  <a:gd name="connsiteX6" fmla="*/ 110541 w 110540"/>
                  <a:gd name="connsiteY6" fmla="*/ 99511 h 152126"/>
                  <a:gd name="connsiteX7" fmla="*/ 110541 w 110540"/>
                  <a:gd name="connsiteY7" fmla="*/ 110650 h 152126"/>
                  <a:gd name="connsiteX8" fmla="*/ 63958 w 110540"/>
                  <a:gd name="connsiteY8" fmla="*/ 152127 h 152126"/>
                  <a:gd name="connsiteX9" fmla="*/ 15455 w 110540"/>
                  <a:gd name="connsiteY9" fmla="*/ 117526 h 152126"/>
                  <a:gd name="connsiteX10" fmla="*/ 15455 w 110540"/>
                  <a:gd name="connsiteY10" fmla="*/ 56142 h 152126"/>
                  <a:gd name="connsiteX11" fmla="*/ 0 w 110540"/>
                  <a:gd name="connsiteY11" fmla="*/ 56142 h 152126"/>
                  <a:gd name="connsiteX12" fmla="*/ 0 w 110540"/>
                  <a:gd name="connsiteY12" fmla="*/ 26294 h 152126"/>
                  <a:gd name="connsiteX13" fmla="*/ 15455 w 110540"/>
                  <a:gd name="connsiteY13" fmla="*/ 26294 h 152126"/>
                  <a:gd name="connsiteX14" fmla="*/ 15455 w 110540"/>
                  <a:gd name="connsiteY14" fmla="*/ 0 h 152126"/>
                  <a:gd name="connsiteX15" fmla="*/ 56959 w 110540"/>
                  <a:gd name="connsiteY15" fmla="*/ 0 h 152126"/>
                  <a:gd name="connsiteX16" fmla="*/ 56959 w 110540"/>
                  <a:gd name="connsiteY16" fmla="*/ 26294 h 152126"/>
                  <a:gd name="connsiteX17" fmla="*/ 104985 w 110540"/>
                  <a:gd name="connsiteY17" fmla="*/ 26294 h 152126"/>
                  <a:gd name="connsiteX18" fmla="*/ 104985 w 110540"/>
                  <a:gd name="connsiteY18" fmla="*/ 56142 h 15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0540" h="152126">
                    <a:moveTo>
                      <a:pt x="104985" y="56142"/>
                    </a:moveTo>
                    <a:lnTo>
                      <a:pt x="56959" y="56142"/>
                    </a:lnTo>
                    <a:lnTo>
                      <a:pt x="56959" y="111835"/>
                    </a:lnTo>
                    <a:cubicBezTo>
                      <a:pt x="57204" y="119188"/>
                      <a:pt x="58674" y="122265"/>
                      <a:pt x="66382" y="122265"/>
                    </a:cubicBezTo>
                    <a:cubicBezTo>
                      <a:pt x="77234" y="122265"/>
                      <a:pt x="76758" y="114680"/>
                      <a:pt x="77234" y="106156"/>
                    </a:cubicBezTo>
                    <a:lnTo>
                      <a:pt x="77479" y="99511"/>
                    </a:lnTo>
                    <a:lnTo>
                      <a:pt x="110541" y="99511"/>
                    </a:lnTo>
                    <a:lnTo>
                      <a:pt x="110541" y="110650"/>
                    </a:lnTo>
                    <a:cubicBezTo>
                      <a:pt x="110541" y="144542"/>
                      <a:pt x="97741" y="152127"/>
                      <a:pt x="63958" y="152127"/>
                    </a:cubicBezTo>
                    <a:cubicBezTo>
                      <a:pt x="37419" y="152127"/>
                      <a:pt x="15455" y="148804"/>
                      <a:pt x="15455" y="117526"/>
                    </a:cubicBezTo>
                    <a:lnTo>
                      <a:pt x="15455" y="56142"/>
                    </a:lnTo>
                    <a:lnTo>
                      <a:pt x="0" y="56142"/>
                    </a:lnTo>
                    <a:lnTo>
                      <a:pt x="0" y="26294"/>
                    </a:lnTo>
                    <a:lnTo>
                      <a:pt x="15455" y="26294"/>
                    </a:lnTo>
                    <a:lnTo>
                      <a:pt x="15455" y="0"/>
                    </a:lnTo>
                    <a:lnTo>
                      <a:pt x="56959" y="0"/>
                    </a:lnTo>
                    <a:lnTo>
                      <a:pt x="56959" y="26294"/>
                    </a:lnTo>
                    <a:lnTo>
                      <a:pt x="104985" y="26294"/>
                    </a:lnTo>
                    <a:lnTo>
                      <a:pt x="104985" y="5614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3" name="Freeform: Shape 22">
                <a:extLst>
                  <a:ext uri="{FF2B5EF4-FFF2-40B4-BE49-F238E27FC236}">
                    <a16:creationId xmlns:a16="http://schemas.microsoft.com/office/drawing/2014/main" id="{74E3264D-2D7D-76BF-24F9-CE8A81862730}"/>
                  </a:ext>
                </a:extLst>
              </p:cNvPr>
              <p:cNvSpPr/>
              <p:nvPr/>
            </p:nvSpPr>
            <p:spPr>
              <a:xfrm>
                <a:off x="4440599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4" name="Freeform: Shape 23">
                <a:extLst>
                  <a:ext uri="{FF2B5EF4-FFF2-40B4-BE49-F238E27FC236}">
                    <a16:creationId xmlns:a16="http://schemas.microsoft.com/office/drawing/2014/main" id="{9559E599-AD72-B668-230E-755EACAB8454}"/>
                  </a:ext>
                </a:extLst>
              </p:cNvPr>
              <p:cNvSpPr/>
              <p:nvPr/>
            </p:nvSpPr>
            <p:spPr>
              <a:xfrm>
                <a:off x="4504570" y="2535923"/>
                <a:ext cx="121651" cy="125846"/>
              </a:xfrm>
              <a:custGeom>
                <a:avLst/>
                <a:gdLst>
                  <a:gd name="connsiteX0" fmla="*/ 81333 w 121651"/>
                  <a:gd name="connsiteY0" fmla="*/ 124430 h 125846"/>
                  <a:gd name="connsiteX1" fmla="*/ 82790 w 121651"/>
                  <a:gd name="connsiteY1" fmla="*/ 100492 h 125846"/>
                  <a:gd name="connsiteX2" fmla="*/ 80856 w 121651"/>
                  <a:gd name="connsiteY2" fmla="*/ 100492 h 125846"/>
                  <a:gd name="connsiteX3" fmla="*/ 42961 w 121651"/>
                  <a:gd name="connsiteY3" fmla="*/ 125846 h 125846"/>
                  <a:gd name="connsiteX4" fmla="*/ 0 w 121651"/>
                  <a:gd name="connsiteY4" fmla="*/ 85091 h 125846"/>
                  <a:gd name="connsiteX5" fmla="*/ 0 w 121651"/>
                  <a:gd name="connsiteY5" fmla="*/ 0 h 125846"/>
                  <a:gd name="connsiteX6" fmla="*/ 41517 w 121651"/>
                  <a:gd name="connsiteY6" fmla="*/ 0 h 125846"/>
                  <a:gd name="connsiteX7" fmla="*/ 41517 w 121651"/>
                  <a:gd name="connsiteY7" fmla="*/ 74184 h 125846"/>
                  <a:gd name="connsiteX8" fmla="*/ 56727 w 121651"/>
                  <a:gd name="connsiteY8" fmla="*/ 94555 h 125846"/>
                  <a:gd name="connsiteX9" fmla="*/ 80134 w 121651"/>
                  <a:gd name="connsiteY9" fmla="*/ 76540 h 125846"/>
                  <a:gd name="connsiteX10" fmla="*/ 80134 w 121651"/>
                  <a:gd name="connsiteY10" fmla="*/ 0 h 125846"/>
                  <a:gd name="connsiteX11" fmla="*/ 121652 w 121651"/>
                  <a:gd name="connsiteY11" fmla="*/ 0 h 125846"/>
                  <a:gd name="connsiteX12" fmla="*/ 121652 w 121651"/>
                  <a:gd name="connsiteY12" fmla="*/ 124416 h 125846"/>
                  <a:gd name="connsiteX13" fmla="*/ 81346 w 121651"/>
                  <a:gd name="connsiteY13" fmla="*/ 124416 h 125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651" h="125846">
                    <a:moveTo>
                      <a:pt x="81333" y="124430"/>
                    </a:moveTo>
                    <a:lnTo>
                      <a:pt x="82790" y="100492"/>
                    </a:lnTo>
                    <a:lnTo>
                      <a:pt x="80856" y="100492"/>
                    </a:lnTo>
                    <a:cubicBezTo>
                      <a:pt x="75055" y="119691"/>
                      <a:pt x="60581" y="125846"/>
                      <a:pt x="42961" y="125846"/>
                    </a:cubicBezTo>
                    <a:cubicBezTo>
                      <a:pt x="17865" y="125846"/>
                      <a:pt x="0" y="115416"/>
                      <a:pt x="0" y="85091"/>
                    </a:cubicBez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4184"/>
                    </a:lnTo>
                    <a:cubicBezTo>
                      <a:pt x="41517" y="85554"/>
                      <a:pt x="42729" y="94555"/>
                      <a:pt x="56727" y="94555"/>
                    </a:cubicBezTo>
                    <a:cubicBezTo>
                      <a:pt x="67825" y="94555"/>
                      <a:pt x="80134" y="88863"/>
                      <a:pt x="80134" y="76540"/>
                    </a:cubicBezTo>
                    <a:lnTo>
                      <a:pt x="80134" y="0"/>
                    </a:lnTo>
                    <a:lnTo>
                      <a:pt x="121652" y="0"/>
                    </a:lnTo>
                    <a:lnTo>
                      <a:pt x="121652" y="124416"/>
                    </a:lnTo>
                    <a:lnTo>
                      <a:pt x="81346" y="12441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5" name="Freeform: Shape 24">
                <a:extLst>
                  <a:ext uri="{FF2B5EF4-FFF2-40B4-BE49-F238E27FC236}">
                    <a16:creationId xmlns:a16="http://schemas.microsoft.com/office/drawing/2014/main" id="{4EDB4605-6D15-310F-FD37-AE1B1B9B5DC7}"/>
                  </a:ext>
                </a:extLst>
              </p:cNvPr>
              <p:cNvSpPr/>
              <p:nvPr/>
            </p:nvSpPr>
            <p:spPr>
              <a:xfrm>
                <a:off x="4648403" y="2534548"/>
                <a:ext cx="124048" cy="127235"/>
              </a:xfrm>
              <a:custGeom>
                <a:avLst/>
                <a:gdLst>
                  <a:gd name="connsiteX0" fmla="*/ 78909 w 124048"/>
                  <a:gd name="connsiteY0" fmla="*/ 36711 h 127235"/>
                  <a:gd name="connsiteX1" fmla="*/ 62024 w 124048"/>
                  <a:gd name="connsiteY1" fmla="*/ 26280 h 127235"/>
                  <a:gd name="connsiteX2" fmla="*/ 40292 w 124048"/>
                  <a:gd name="connsiteY2" fmla="*/ 36234 h 127235"/>
                  <a:gd name="connsiteX3" fmla="*/ 62024 w 124048"/>
                  <a:gd name="connsiteY3" fmla="*/ 47128 h 127235"/>
                  <a:gd name="connsiteX4" fmla="*/ 124048 w 124048"/>
                  <a:gd name="connsiteY4" fmla="*/ 85282 h 127235"/>
                  <a:gd name="connsiteX5" fmla="*/ 62024 w 124048"/>
                  <a:gd name="connsiteY5" fmla="*/ 127235 h 127235"/>
                  <a:gd name="connsiteX6" fmla="*/ 0 w 124048"/>
                  <a:gd name="connsiteY6" fmla="*/ 86943 h 127235"/>
                  <a:gd name="connsiteX7" fmla="*/ 41504 w 124048"/>
                  <a:gd name="connsiteY7" fmla="*/ 86943 h 127235"/>
                  <a:gd name="connsiteX8" fmla="*/ 62024 w 124048"/>
                  <a:gd name="connsiteY8" fmla="*/ 100927 h 127235"/>
                  <a:gd name="connsiteX9" fmla="*/ 83743 w 124048"/>
                  <a:gd name="connsiteY9" fmla="*/ 90034 h 127235"/>
                  <a:gd name="connsiteX10" fmla="*/ 62024 w 124048"/>
                  <a:gd name="connsiteY10" fmla="*/ 77725 h 127235"/>
                  <a:gd name="connsiteX11" fmla="*/ 0 w 124048"/>
                  <a:gd name="connsiteY11" fmla="*/ 40755 h 127235"/>
                  <a:gd name="connsiteX12" fmla="*/ 62024 w 124048"/>
                  <a:gd name="connsiteY12" fmla="*/ 0 h 127235"/>
                  <a:gd name="connsiteX13" fmla="*/ 118016 w 124048"/>
                  <a:gd name="connsiteY13" fmla="*/ 30801 h 127235"/>
                  <a:gd name="connsiteX14" fmla="*/ 118016 w 124048"/>
                  <a:gd name="connsiteY14" fmla="*/ 36724 h 127235"/>
                  <a:gd name="connsiteX15" fmla="*/ 78909 w 124048"/>
                  <a:gd name="connsiteY15" fmla="*/ 36724 h 127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4048" h="127235">
                    <a:moveTo>
                      <a:pt x="78909" y="36711"/>
                    </a:moveTo>
                    <a:cubicBezTo>
                      <a:pt x="77479" y="26280"/>
                      <a:pt x="68533" y="26280"/>
                      <a:pt x="62024" y="26280"/>
                    </a:cubicBezTo>
                    <a:cubicBezTo>
                      <a:pt x="40292" y="26280"/>
                      <a:pt x="40292" y="28895"/>
                      <a:pt x="40292" y="36234"/>
                    </a:cubicBezTo>
                    <a:cubicBezTo>
                      <a:pt x="40292" y="42389"/>
                      <a:pt x="40782" y="46665"/>
                      <a:pt x="62024" y="47128"/>
                    </a:cubicBezTo>
                    <a:cubicBezTo>
                      <a:pt x="104985" y="48081"/>
                      <a:pt x="124048" y="50450"/>
                      <a:pt x="124048" y="85282"/>
                    </a:cubicBezTo>
                    <a:cubicBezTo>
                      <a:pt x="124048" y="120114"/>
                      <a:pt x="95317" y="127235"/>
                      <a:pt x="62024" y="127235"/>
                    </a:cubicBezTo>
                    <a:cubicBezTo>
                      <a:pt x="28731" y="127235"/>
                      <a:pt x="0" y="127943"/>
                      <a:pt x="0" y="86943"/>
                    </a:cubicBezTo>
                    <a:lnTo>
                      <a:pt x="41504" y="86943"/>
                    </a:lnTo>
                    <a:cubicBezTo>
                      <a:pt x="41504" y="100927"/>
                      <a:pt x="51880" y="100927"/>
                      <a:pt x="62024" y="100927"/>
                    </a:cubicBezTo>
                    <a:cubicBezTo>
                      <a:pt x="80843" y="100927"/>
                      <a:pt x="83743" y="99756"/>
                      <a:pt x="83743" y="90034"/>
                    </a:cubicBezTo>
                    <a:cubicBezTo>
                      <a:pt x="83743" y="77725"/>
                      <a:pt x="76499" y="77725"/>
                      <a:pt x="62024" y="77725"/>
                    </a:cubicBezTo>
                    <a:cubicBezTo>
                      <a:pt x="9409" y="77725"/>
                      <a:pt x="0" y="66109"/>
                      <a:pt x="0" y="40755"/>
                    </a:cubicBezTo>
                    <a:cubicBezTo>
                      <a:pt x="0" y="708"/>
                      <a:pt x="26784" y="0"/>
                      <a:pt x="62024" y="0"/>
                    </a:cubicBezTo>
                    <a:cubicBezTo>
                      <a:pt x="85186" y="0"/>
                      <a:pt x="118016" y="231"/>
                      <a:pt x="118016" y="30801"/>
                    </a:cubicBezTo>
                    <a:lnTo>
                      <a:pt x="118016" y="36724"/>
                    </a:lnTo>
                    <a:lnTo>
                      <a:pt x="78909" y="36724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6" name="Freeform: Shape 25">
                <a:extLst>
                  <a:ext uri="{FF2B5EF4-FFF2-40B4-BE49-F238E27FC236}">
                    <a16:creationId xmlns:a16="http://schemas.microsoft.com/office/drawing/2014/main" id="{6F470F3E-A256-FD8C-C1A8-3B9CBFAF98BD}"/>
                  </a:ext>
                </a:extLst>
              </p:cNvPr>
              <p:cNvSpPr/>
              <p:nvPr/>
            </p:nvSpPr>
            <p:spPr>
              <a:xfrm>
                <a:off x="4780418" y="2482641"/>
                <a:ext cx="143356" cy="177712"/>
              </a:xfrm>
              <a:custGeom>
                <a:avLst/>
                <a:gdLst>
                  <a:gd name="connsiteX0" fmla="*/ 94609 w 143356"/>
                  <a:gd name="connsiteY0" fmla="*/ 177712 h 177712"/>
                  <a:gd name="connsiteX1" fmla="*/ 46338 w 143356"/>
                  <a:gd name="connsiteY1" fmla="*/ 177712 h 177712"/>
                  <a:gd name="connsiteX2" fmla="*/ 46338 w 143356"/>
                  <a:gd name="connsiteY2" fmla="*/ 41218 h 177712"/>
                  <a:gd name="connsiteX3" fmla="*/ 0 w 143356"/>
                  <a:gd name="connsiteY3" fmla="*/ 41218 h 177712"/>
                  <a:gd name="connsiteX4" fmla="*/ 0 w 143356"/>
                  <a:gd name="connsiteY4" fmla="*/ 0 h 177712"/>
                  <a:gd name="connsiteX5" fmla="*/ 143357 w 143356"/>
                  <a:gd name="connsiteY5" fmla="*/ 0 h 177712"/>
                  <a:gd name="connsiteX6" fmla="*/ 143357 w 143356"/>
                  <a:gd name="connsiteY6" fmla="*/ 41218 h 177712"/>
                  <a:gd name="connsiteX7" fmla="*/ 94609 w 143356"/>
                  <a:gd name="connsiteY7" fmla="*/ 41218 h 177712"/>
                  <a:gd name="connsiteX8" fmla="*/ 94609 w 143356"/>
                  <a:gd name="connsiteY8" fmla="*/ 177712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3356" h="177712">
                    <a:moveTo>
                      <a:pt x="94609" y="177712"/>
                    </a:moveTo>
                    <a:lnTo>
                      <a:pt x="46338" y="177712"/>
                    </a:lnTo>
                    <a:lnTo>
                      <a:pt x="46338" y="41218"/>
                    </a:lnTo>
                    <a:lnTo>
                      <a:pt x="0" y="41218"/>
                    </a:lnTo>
                    <a:lnTo>
                      <a:pt x="0" y="0"/>
                    </a:lnTo>
                    <a:lnTo>
                      <a:pt x="143357" y="0"/>
                    </a:lnTo>
                    <a:lnTo>
                      <a:pt x="143357" y="41218"/>
                    </a:lnTo>
                    <a:lnTo>
                      <a:pt x="94609" y="41218"/>
                    </a:lnTo>
                    <a:lnTo>
                      <a:pt x="94609" y="17771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7" name="Freeform: Shape 26">
                <a:extLst>
                  <a:ext uri="{FF2B5EF4-FFF2-40B4-BE49-F238E27FC236}">
                    <a16:creationId xmlns:a16="http://schemas.microsoft.com/office/drawing/2014/main" id="{AD9E6C72-F5CE-D4C9-C9D1-68FB6F8A0794}"/>
                  </a:ext>
                </a:extLst>
              </p:cNvPr>
              <p:cNvSpPr/>
              <p:nvPr/>
            </p:nvSpPr>
            <p:spPr>
              <a:xfrm>
                <a:off x="4917525" y="2534521"/>
                <a:ext cx="123830" cy="127248"/>
              </a:xfrm>
              <a:custGeom>
                <a:avLst/>
                <a:gdLst>
                  <a:gd name="connsiteX0" fmla="*/ 82313 w 123830"/>
                  <a:gd name="connsiteY0" fmla="*/ 48108 h 127248"/>
                  <a:gd name="connsiteX1" fmla="*/ 61303 w 123830"/>
                  <a:gd name="connsiteY1" fmla="*/ 28432 h 127248"/>
                  <a:gd name="connsiteX2" fmla="*/ 41517 w 123830"/>
                  <a:gd name="connsiteY2" fmla="*/ 48108 h 127248"/>
                  <a:gd name="connsiteX3" fmla="*/ 82313 w 123830"/>
                  <a:gd name="connsiteY3" fmla="*/ 48108 h 127248"/>
                  <a:gd name="connsiteX4" fmla="*/ 123817 w 123830"/>
                  <a:gd name="connsiteY4" fmla="*/ 84369 h 127248"/>
                  <a:gd name="connsiteX5" fmla="*/ 106674 w 123830"/>
                  <a:gd name="connsiteY5" fmla="*/ 119909 h 127248"/>
                  <a:gd name="connsiteX6" fmla="*/ 62024 w 123830"/>
                  <a:gd name="connsiteY6" fmla="*/ 127249 h 127248"/>
                  <a:gd name="connsiteX7" fmla="*/ 0 w 123830"/>
                  <a:gd name="connsiteY7" fmla="*/ 63740 h 127248"/>
                  <a:gd name="connsiteX8" fmla="*/ 62024 w 123830"/>
                  <a:gd name="connsiteY8" fmla="*/ 0 h 127248"/>
                  <a:gd name="connsiteX9" fmla="*/ 123817 w 123830"/>
                  <a:gd name="connsiteY9" fmla="*/ 63740 h 127248"/>
                  <a:gd name="connsiteX10" fmla="*/ 123817 w 123830"/>
                  <a:gd name="connsiteY10" fmla="*/ 70617 h 127248"/>
                  <a:gd name="connsiteX11" fmla="*/ 41517 w 123830"/>
                  <a:gd name="connsiteY11" fmla="*/ 70617 h 127248"/>
                  <a:gd name="connsiteX12" fmla="*/ 62024 w 123830"/>
                  <a:gd name="connsiteY12" fmla="*/ 98803 h 127248"/>
                  <a:gd name="connsiteX13" fmla="*/ 83035 w 123830"/>
                  <a:gd name="connsiteY13" fmla="*/ 84356 h 127248"/>
                  <a:gd name="connsiteX14" fmla="*/ 123831 w 123830"/>
                  <a:gd name="connsiteY14" fmla="*/ 84356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3830" h="127248">
                    <a:moveTo>
                      <a:pt x="82313" y="48108"/>
                    </a:moveTo>
                    <a:cubicBezTo>
                      <a:pt x="82313" y="29616"/>
                      <a:pt x="75301" y="28432"/>
                      <a:pt x="61303" y="28432"/>
                    </a:cubicBezTo>
                    <a:cubicBezTo>
                      <a:pt x="46583" y="28432"/>
                      <a:pt x="41994" y="31754"/>
                      <a:pt x="41517" y="48108"/>
                    </a:cubicBezTo>
                    <a:lnTo>
                      <a:pt x="82313" y="48108"/>
                    </a:lnTo>
                    <a:close/>
                    <a:moveTo>
                      <a:pt x="123817" y="84369"/>
                    </a:moveTo>
                    <a:cubicBezTo>
                      <a:pt x="123817" y="103093"/>
                      <a:pt x="117540" y="113754"/>
                      <a:pt x="106674" y="119909"/>
                    </a:cubicBezTo>
                    <a:cubicBezTo>
                      <a:pt x="95807" y="125833"/>
                      <a:pt x="80366" y="127249"/>
                      <a:pt x="62024" y="127249"/>
                    </a:cubicBezTo>
                    <a:cubicBezTo>
                      <a:pt x="12064" y="127249"/>
                      <a:pt x="0" y="110187"/>
                      <a:pt x="0" y="63740"/>
                    </a:cubicBezTo>
                    <a:cubicBezTo>
                      <a:pt x="0" y="17293"/>
                      <a:pt x="11098" y="0"/>
                      <a:pt x="62024" y="0"/>
                    </a:cubicBezTo>
                    <a:cubicBezTo>
                      <a:pt x="109574" y="0"/>
                      <a:pt x="123817" y="13031"/>
                      <a:pt x="123817" y="63740"/>
                    </a:cubicBezTo>
                    <a:lnTo>
                      <a:pt x="123817" y="70617"/>
                    </a:lnTo>
                    <a:lnTo>
                      <a:pt x="41517" y="70617"/>
                    </a:lnTo>
                    <a:cubicBezTo>
                      <a:pt x="41517" y="92403"/>
                      <a:pt x="44894" y="98803"/>
                      <a:pt x="62024" y="98803"/>
                    </a:cubicBezTo>
                    <a:cubicBezTo>
                      <a:pt x="74824" y="98803"/>
                      <a:pt x="83035" y="97387"/>
                      <a:pt x="83035" y="84356"/>
                    </a:cubicBezTo>
                    <a:lnTo>
                      <a:pt x="123831" y="8435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8" name="Freeform: Shape 27">
                <a:extLst>
                  <a:ext uri="{FF2B5EF4-FFF2-40B4-BE49-F238E27FC236}">
                    <a16:creationId xmlns:a16="http://schemas.microsoft.com/office/drawing/2014/main" id="{C3D0C999-EEE0-A38C-549D-08B9DF9CA349}"/>
                  </a:ext>
                </a:extLst>
              </p:cNvPr>
              <p:cNvSpPr/>
              <p:nvPr/>
            </p:nvSpPr>
            <p:spPr>
              <a:xfrm>
                <a:off x="5056306" y="2534521"/>
                <a:ext cx="121883" cy="127248"/>
              </a:xfrm>
              <a:custGeom>
                <a:avLst/>
                <a:gdLst>
                  <a:gd name="connsiteX0" fmla="*/ 121883 w 121883"/>
                  <a:gd name="connsiteY0" fmla="*/ 76077 h 127248"/>
                  <a:gd name="connsiteX1" fmla="*/ 107885 w 121883"/>
                  <a:gd name="connsiteY1" fmla="*/ 118956 h 127248"/>
                  <a:gd name="connsiteX2" fmla="*/ 60581 w 121883"/>
                  <a:gd name="connsiteY2" fmla="*/ 127249 h 127248"/>
                  <a:gd name="connsiteX3" fmla="*/ 0 w 121883"/>
                  <a:gd name="connsiteY3" fmla="*/ 63740 h 127248"/>
                  <a:gd name="connsiteX4" fmla="*/ 60581 w 121883"/>
                  <a:gd name="connsiteY4" fmla="*/ 0 h 127248"/>
                  <a:gd name="connsiteX5" fmla="*/ 121883 w 121883"/>
                  <a:gd name="connsiteY5" fmla="*/ 48094 h 127248"/>
                  <a:gd name="connsiteX6" fmla="*/ 80352 w 121883"/>
                  <a:gd name="connsiteY6" fmla="*/ 48094 h 127248"/>
                  <a:gd name="connsiteX7" fmla="*/ 76975 w 121883"/>
                  <a:gd name="connsiteY7" fmla="*/ 34818 h 127248"/>
                  <a:gd name="connsiteX8" fmla="*/ 60567 w 121883"/>
                  <a:gd name="connsiteY8" fmla="*/ 31250 h 127248"/>
                  <a:gd name="connsiteX9" fmla="*/ 41504 w 121883"/>
                  <a:gd name="connsiteY9" fmla="*/ 63726 h 127248"/>
                  <a:gd name="connsiteX10" fmla="*/ 60567 w 121883"/>
                  <a:gd name="connsiteY10" fmla="*/ 95957 h 127248"/>
                  <a:gd name="connsiteX11" fmla="*/ 80352 w 121883"/>
                  <a:gd name="connsiteY11" fmla="*/ 76050 h 127248"/>
                  <a:gd name="connsiteX12" fmla="*/ 121883 w 121883"/>
                  <a:gd name="connsiteY12" fmla="*/ 76050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1883" h="127248">
                    <a:moveTo>
                      <a:pt x="121883" y="76077"/>
                    </a:moveTo>
                    <a:cubicBezTo>
                      <a:pt x="121883" y="99293"/>
                      <a:pt x="117785" y="112093"/>
                      <a:pt x="107885" y="118956"/>
                    </a:cubicBezTo>
                    <a:cubicBezTo>
                      <a:pt x="98231" y="126064"/>
                      <a:pt x="83021" y="127249"/>
                      <a:pt x="60581" y="127249"/>
                    </a:cubicBezTo>
                    <a:cubicBezTo>
                      <a:pt x="11588" y="127249"/>
                      <a:pt x="0" y="112788"/>
                      <a:pt x="0" y="63740"/>
                    </a:cubicBezTo>
                    <a:cubicBezTo>
                      <a:pt x="0" y="21555"/>
                      <a:pt x="8701" y="0"/>
                      <a:pt x="60581" y="0"/>
                    </a:cubicBezTo>
                    <a:cubicBezTo>
                      <a:pt x="97019" y="0"/>
                      <a:pt x="121883" y="3785"/>
                      <a:pt x="121883" y="48094"/>
                    </a:cubicBezTo>
                    <a:lnTo>
                      <a:pt x="80352" y="48094"/>
                    </a:lnTo>
                    <a:cubicBezTo>
                      <a:pt x="80597" y="41463"/>
                      <a:pt x="79889" y="37432"/>
                      <a:pt x="76975" y="34818"/>
                    </a:cubicBezTo>
                    <a:cubicBezTo>
                      <a:pt x="74075" y="32217"/>
                      <a:pt x="69255" y="31250"/>
                      <a:pt x="60567" y="31250"/>
                    </a:cubicBezTo>
                    <a:cubicBezTo>
                      <a:pt x="45848" y="31250"/>
                      <a:pt x="41504" y="35295"/>
                      <a:pt x="41504" y="63726"/>
                    </a:cubicBezTo>
                    <a:cubicBezTo>
                      <a:pt x="41504" y="92158"/>
                      <a:pt x="44881" y="95957"/>
                      <a:pt x="60567" y="95957"/>
                    </a:cubicBezTo>
                    <a:cubicBezTo>
                      <a:pt x="79386" y="95957"/>
                      <a:pt x="80352" y="91450"/>
                      <a:pt x="80352" y="76050"/>
                    </a:cubicBezTo>
                    <a:lnTo>
                      <a:pt x="121883" y="760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9" name="Freeform: Shape 28">
                <a:extLst>
                  <a:ext uri="{FF2B5EF4-FFF2-40B4-BE49-F238E27FC236}">
                    <a16:creationId xmlns:a16="http://schemas.microsoft.com/office/drawing/2014/main" id="{5EBAA232-C90C-195C-7352-7CCA79AC431A}"/>
                  </a:ext>
                </a:extLst>
              </p:cNvPr>
              <p:cNvSpPr/>
              <p:nvPr/>
            </p:nvSpPr>
            <p:spPr>
              <a:xfrm>
                <a:off x="5197022" y="2482641"/>
                <a:ext cx="121883" cy="177726"/>
              </a:xfrm>
              <a:custGeom>
                <a:avLst/>
                <a:gdLst>
                  <a:gd name="connsiteX0" fmla="*/ 41504 w 121883"/>
                  <a:gd name="connsiteY0" fmla="*/ 76526 h 177726"/>
                  <a:gd name="connsiteX1" fmla="*/ 43192 w 121883"/>
                  <a:gd name="connsiteY1" fmla="*/ 76526 h 177726"/>
                  <a:gd name="connsiteX2" fmla="*/ 81088 w 121883"/>
                  <a:gd name="connsiteY2" fmla="*/ 51893 h 177726"/>
                  <a:gd name="connsiteX3" fmla="*/ 121883 w 121883"/>
                  <a:gd name="connsiteY3" fmla="*/ 91709 h 177726"/>
                  <a:gd name="connsiteX4" fmla="*/ 121883 w 121883"/>
                  <a:gd name="connsiteY4" fmla="*/ 177726 h 177726"/>
                  <a:gd name="connsiteX5" fmla="*/ 80366 w 121883"/>
                  <a:gd name="connsiteY5" fmla="*/ 177726 h 177726"/>
                  <a:gd name="connsiteX6" fmla="*/ 80366 w 121883"/>
                  <a:gd name="connsiteY6" fmla="*/ 101173 h 177726"/>
                  <a:gd name="connsiteX7" fmla="*/ 63236 w 121883"/>
                  <a:gd name="connsiteY7" fmla="*/ 83158 h 177726"/>
                  <a:gd name="connsiteX8" fmla="*/ 41517 w 121883"/>
                  <a:gd name="connsiteY8" fmla="*/ 109234 h 177726"/>
                  <a:gd name="connsiteX9" fmla="*/ 41517 w 121883"/>
                  <a:gd name="connsiteY9" fmla="*/ 177726 h 177726"/>
                  <a:gd name="connsiteX10" fmla="*/ 0 w 121883"/>
                  <a:gd name="connsiteY10" fmla="*/ 177726 h 177726"/>
                  <a:gd name="connsiteX11" fmla="*/ 0 w 121883"/>
                  <a:gd name="connsiteY11" fmla="*/ 0 h 177726"/>
                  <a:gd name="connsiteX12" fmla="*/ 41517 w 121883"/>
                  <a:gd name="connsiteY12" fmla="*/ 0 h 177726"/>
                  <a:gd name="connsiteX13" fmla="*/ 41517 w 121883"/>
                  <a:gd name="connsiteY13" fmla="*/ 76526 h 177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883" h="177726">
                    <a:moveTo>
                      <a:pt x="41504" y="76526"/>
                    </a:moveTo>
                    <a:lnTo>
                      <a:pt x="43192" y="76526"/>
                    </a:lnTo>
                    <a:cubicBezTo>
                      <a:pt x="49225" y="56864"/>
                      <a:pt x="61548" y="51893"/>
                      <a:pt x="81088" y="51893"/>
                    </a:cubicBezTo>
                    <a:cubicBezTo>
                      <a:pt x="109084" y="51893"/>
                      <a:pt x="121883" y="64925"/>
                      <a:pt x="121883" y="91709"/>
                    </a:cubicBezTo>
                    <a:lnTo>
                      <a:pt x="121883" y="177726"/>
                    </a:lnTo>
                    <a:lnTo>
                      <a:pt x="80366" y="177726"/>
                    </a:lnTo>
                    <a:lnTo>
                      <a:pt x="80366" y="101173"/>
                    </a:lnTo>
                    <a:cubicBezTo>
                      <a:pt x="80134" y="89095"/>
                      <a:pt x="76744" y="83158"/>
                      <a:pt x="63236" y="83158"/>
                    </a:cubicBezTo>
                    <a:cubicBezTo>
                      <a:pt x="44663" y="83158"/>
                      <a:pt x="41517" y="94065"/>
                      <a:pt x="41517" y="109234"/>
                    </a:cubicBezTo>
                    <a:lnTo>
                      <a:pt x="41517" y="177726"/>
                    </a:lnTo>
                    <a:lnTo>
                      <a:pt x="0" y="177726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652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76456DA-FE5A-9979-D577-623B6AB3097C}"/>
                </a:ext>
              </a:extLst>
            </p:cNvPr>
            <p:cNvGrpSpPr/>
            <p:nvPr/>
          </p:nvGrpSpPr>
          <p:grpSpPr>
            <a:xfrm>
              <a:off x="3824442" y="2481552"/>
              <a:ext cx="179889" cy="179891"/>
              <a:chOff x="3824442" y="2481552"/>
              <a:chExt cx="179889" cy="179891"/>
            </a:xfrm>
          </p:grpSpPr>
          <p:sp>
            <p:nvSpPr>
              <p:cNvPr id="18" name="Freeform: Shape 7">
                <a:extLst>
                  <a:ext uri="{FF2B5EF4-FFF2-40B4-BE49-F238E27FC236}">
                    <a16:creationId xmlns:a16="http://schemas.microsoft.com/office/drawing/2014/main" id="{191A9185-EE3C-FAD9-DE8A-68BBCE987864}"/>
                  </a:ext>
                </a:extLst>
              </p:cNvPr>
              <p:cNvSpPr/>
              <p:nvPr/>
            </p:nvSpPr>
            <p:spPr>
              <a:xfrm>
                <a:off x="382444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0">
                <a:extLst>
                  <a:ext uri="{FF2B5EF4-FFF2-40B4-BE49-F238E27FC236}">
                    <a16:creationId xmlns:a16="http://schemas.microsoft.com/office/drawing/2014/main" id="{7BDAD09D-A0D1-EF2A-536F-6B0B97E787C1}"/>
                  </a:ext>
                </a:extLst>
              </p:cNvPr>
              <p:cNvSpPr/>
              <p:nvPr/>
            </p:nvSpPr>
            <p:spPr>
              <a:xfrm>
                <a:off x="3887569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1">
                <a:extLst>
                  <a:ext uri="{FF2B5EF4-FFF2-40B4-BE49-F238E27FC236}">
                    <a16:creationId xmlns:a16="http://schemas.microsoft.com/office/drawing/2014/main" id="{4C1528C1-1C0E-12DE-E597-C72A49830A3C}"/>
                  </a:ext>
                </a:extLst>
              </p:cNvPr>
              <p:cNvSpPr/>
              <p:nvPr/>
            </p:nvSpPr>
            <p:spPr>
              <a:xfrm>
                <a:off x="395068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" name="Freeform: Shape 13">
                <a:extLst>
                  <a:ext uri="{FF2B5EF4-FFF2-40B4-BE49-F238E27FC236}">
                    <a16:creationId xmlns:a16="http://schemas.microsoft.com/office/drawing/2014/main" id="{5DA37432-AD6B-DB01-3C7C-FD3885475A5F}"/>
                  </a:ext>
                </a:extLst>
              </p:cNvPr>
              <p:cNvSpPr/>
              <p:nvPr/>
            </p:nvSpPr>
            <p:spPr>
              <a:xfrm>
                <a:off x="382444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14">
                <a:extLst>
                  <a:ext uri="{FF2B5EF4-FFF2-40B4-BE49-F238E27FC236}">
                    <a16:creationId xmlns:a16="http://schemas.microsoft.com/office/drawing/2014/main" id="{9E6AEE07-8858-8FCC-1EE2-4E6128552578}"/>
                  </a:ext>
                </a:extLst>
              </p:cNvPr>
              <p:cNvSpPr/>
              <p:nvPr/>
            </p:nvSpPr>
            <p:spPr>
              <a:xfrm>
                <a:off x="3887569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15">
                <a:extLst>
                  <a:ext uri="{FF2B5EF4-FFF2-40B4-BE49-F238E27FC236}">
                    <a16:creationId xmlns:a16="http://schemas.microsoft.com/office/drawing/2014/main" id="{BDFA59D2-6710-0B05-0679-AD8F98E50DD6}"/>
                  </a:ext>
                </a:extLst>
              </p:cNvPr>
              <p:cNvSpPr/>
              <p:nvPr/>
            </p:nvSpPr>
            <p:spPr>
              <a:xfrm>
                <a:off x="395068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16">
                <a:extLst>
                  <a:ext uri="{FF2B5EF4-FFF2-40B4-BE49-F238E27FC236}">
                    <a16:creationId xmlns:a16="http://schemas.microsoft.com/office/drawing/2014/main" id="{808185A0-CB77-A80D-9AF2-A063F88EFBE6}"/>
                  </a:ext>
                </a:extLst>
              </p:cNvPr>
              <p:cNvSpPr/>
              <p:nvPr/>
            </p:nvSpPr>
            <p:spPr>
              <a:xfrm>
                <a:off x="382444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17">
                <a:extLst>
                  <a:ext uri="{FF2B5EF4-FFF2-40B4-BE49-F238E27FC236}">
                    <a16:creationId xmlns:a16="http://schemas.microsoft.com/office/drawing/2014/main" id="{1E18247A-1CF6-0EA4-42EB-0577A281C056}"/>
                  </a:ext>
                </a:extLst>
              </p:cNvPr>
              <p:cNvSpPr/>
              <p:nvPr/>
            </p:nvSpPr>
            <p:spPr>
              <a:xfrm>
                <a:off x="3887569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" name="Freeform: Shape 18">
                <a:extLst>
                  <a:ext uri="{FF2B5EF4-FFF2-40B4-BE49-F238E27FC236}">
                    <a16:creationId xmlns:a16="http://schemas.microsoft.com/office/drawing/2014/main" id="{C4936A3D-6B1F-462F-3DA3-C0F582226E85}"/>
                  </a:ext>
                </a:extLst>
              </p:cNvPr>
              <p:cNvSpPr/>
              <p:nvPr/>
            </p:nvSpPr>
            <p:spPr>
              <a:xfrm>
                <a:off x="395068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872835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White_Content_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AE8B7343-557D-F25B-8BBC-0F148C4E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40" y="308506"/>
            <a:ext cx="8669120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FD12A8C-5D71-1C71-45D3-B27211CBDB50}"/>
              </a:ext>
            </a:extLst>
          </p:cNvPr>
          <p:cNvSpPr txBox="1">
            <a:spLocks/>
          </p:cNvSpPr>
          <p:nvPr userDrawn="1"/>
        </p:nvSpPr>
        <p:spPr>
          <a:xfrm>
            <a:off x="8757480" y="4806255"/>
            <a:ext cx="14908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37A3306-72CE-48AC-9363-0EAE74D66663}" type="slidenum">
              <a:rPr lang="en-IN" sz="800" smtClean="0">
                <a:solidFill>
                  <a:schemeClr val="bg1"/>
                </a:solidFill>
              </a:rPr>
              <a:pPr algn="r"/>
              <a:t>‹#›</a:t>
            </a:fld>
            <a:endParaRPr lang="en-IN" sz="800">
              <a:solidFill>
                <a:schemeClr val="bg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82DAC0-0608-87E0-C8C9-A253D58150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8125" y="668257"/>
            <a:ext cx="8667750" cy="15234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+mn-lt"/>
                <a:cs typeface="Bai Jamjuree" panose="00000500000000000000" pitchFamily="2" charset="-34"/>
              </a:defRPr>
            </a:lvl1pPr>
            <a:lvl2pPr marL="342900" indent="0">
              <a:buNone/>
              <a:defRPr sz="1100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2pPr>
            <a:lvl3pPr marL="685800" indent="0">
              <a:buNone/>
              <a:defRPr sz="1100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3pPr>
            <a:lvl4pPr marL="1028700" indent="0">
              <a:buNone/>
              <a:defRPr sz="1100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4pPr>
            <a:lvl5pPr marL="1371600" indent="0">
              <a:buNone/>
              <a:defRPr sz="1100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5090A055-E4D8-FF3D-5EF8-94D578AF40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05574" y="1038385"/>
            <a:ext cx="3398616" cy="2492753"/>
          </a:xfrm>
          <a:prstGeom prst="roundRect">
            <a:avLst>
              <a:gd name="adj" fmla="val 6097"/>
            </a:avLst>
          </a:pr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1C6FC71-9D3A-733B-0B5C-16AC52EA4D1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647247" y="1038385"/>
            <a:ext cx="3398616" cy="2492753"/>
          </a:xfrm>
          <a:prstGeom prst="roundRect">
            <a:avLst>
              <a:gd name="adj" fmla="val 5476"/>
            </a:avLst>
          </a:prstGeom>
        </p:spPr>
        <p:txBody>
          <a:bodyPr wrap="square">
            <a:noAutofit/>
          </a:bodyPr>
          <a:lstStyle/>
          <a:p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26BE0BB-4FFF-8DF8-4A27-522B485686A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33393" y="4804408"/>
            <a:ext cx="1042737" cy="126000"/>
            <a:chOff x="3824442" y="2481198"/>
            <a:chExt cx="1494463" cy="180585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8FFE280-EC92-B8DA-6755-239C4CF62075}"/>
                </a:ext>
              </a:extLst>
            </p:cNvPr>
            <p:cNvGrpSpPr/>
            <p:nvPr/>
          </p:nvGrpSpPr>
          <p:grpSpPr>
            <a:xfrm>
              <a:off x="4083922" y="2481198"/>
              <a:ext cx="1234983" cy="180585"/>
              <a:chOff x="4083922" y="2481198"/>
              <a:chExt cx="1234983" cy="180585"/>
            </a:xfrm>
          </p:grpSpPr>
          <p:sp>
            <p:nvSpPr>
              <p:cNvPr id="29" name="Freeform: Shape 19">
                <a:extLst>
                  <a:ext uri="{FF2B5EF4-FFF2-40B4-BE49-F238E27FC236}">
                    <a16:creationId xmlns:a16="http://schemas.microsoft.com/office/drawing/2014/main" id="{E9387A0A-66B7-0D75-DC94-62D88C4E87F1}"/>
                  </a:ext>
                </a:extLst>
              </p:cNvPr>
              <p:cNvSpPr/>
              <p:nvPr/>
            </p:nvSpPr>
            <p:spPr>
              <a:xfrm>
                <a:off x="4083922" y="2481198"/>
                <a:ext cx="159274" cy="180558"/>
              </a:xfrm>
              <a:custGeom>
                <a:avLst/>
                <a:gdLst>
                  <a:gd name="connsiteX0" fmla="*/ 159275 w 159274"/>
                  <a:gd name="connsiteY0" fmla="*/ 111848 h 180558"/>
                  <a:gd name="connsiteX1" fmla="*/ 159275 w 159274"/>
                  <a:gd name="connsiteY1" fmla="*/ 117063 h 180558"/>
                  <a:gd name="connsiteX2" fmla="*/ 142622 w 159274"/>
                  <a:gd name="connsiteY2" fmla="*/ 167541 h 180558"/>
                  <a:gd name="connsiteX3" fmla="*/ 85186 w 159274"/>
                  <a:gd name="connsiteY3" fmla="*/ 180558 h 180558"/>
                  <a:gd name="connsiteX4" fmla="*/ 0 w 159274"/>
                  <a:gd name="connsiteY4" fmla="*/ 113264 h 180558"/>
                  <a:gd name="connsiteX5" fmla="*/ 0 w 159274"/>
                  <a:gd name="connsiteY5" fmla="*/ 67294 h 180558"/>
                  <a:gd name="connsiteX6" fmla="*/ 85186 w 159274"/>
                  <a:gd name="connsiteY6" fmla="*/ 0 h 180558"/>
                  <a:gd name="connsiteX7" fmla="*/ 159043 w 159274"/>
                  <a:gd name="connsiteY7" fmla="*/ 58307 h 180558"/>
                  <a:gd name="connsiteX8" fmla="*/ 159043 w 159274"/>
                  <a:gd name="connsiteY8" fmla="*/ 65183 h 180558"/>
                  <a:gd name="connsiteX9" fmla="*/ 109315 w 159274"/>
                  <a:gd name="connsiteY9" fmla="*/ 65183 h 180558"/>
                  <a:gd name="connsiteX10" fmla="*/ 109315 w 159274"/>
                  <a:gd name="connsiteY10" fmla="*/ 58307 h 180558"/>
                  <a:gd name="connsiteX11" fmla="*/ 79876 w 159274"/>
                  <a:gd name="connsiteY11" fmla="*/ 41232 h 180558"/>
                  <a:gd name="connsiteX12" fmla="*/ 49701 w 159274"/>
                  <a:gd name="connsiteY12" fmla="*/ 74892 h 180558"/>
                  <a:gd name="connsiteX13" fmla="*/ 49701 w 159274"/>
                  <a:gd name="connsiteY13" fmla="*/ 102616 h 180558"/>
                  <a:gd name="connsiteX14" fmla="*/ 79876 w 159274"/>
                  <a:gd name="connsiteY14" fmla="*/ 139354 h 180558"/>
                  <a:gd name="connsiteX15" fmla="*/ 109560 w 159274"/>
                  <a:gd name="connsiteY15" fmla="*/ 117091 h 180558"/>
                  <a:gd name="connsiteX16" fmla="*/ 109560 w 159274"/>
                  <a:gd name="connsiteY16" fmla="*/ 111875 h 180558"/>
                  <a:gd name="connsiteX17" fmla="*/ 159275 w 159274"/>
                  <a:gd name="connsiteY17" fmla="*/ 111875 h 180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9274" h="180558">
                    <a:moveTo>
                      <a:pt x="159275" y="111848"/>
                    </a:moveTo>
                    <a:lnTo>
                      <a:pt x="159275" y="117063"/>
                    </a:lnTo>
                    <a:cubicBezTo>
                      <a:pt x="159275" y="136481"/>
                      <a:pt x="159030" y="154019"/>
                      <a:pt x="142622" y="167541"/>
                    </a:cubicBezTo>
                    <a:cubicBezTo>
                      <a:pt x="126200" y="180803"/>
                      <a:pt x="106183" y="180558"/>
                      <a:pt x="85186" y="180558"/>
                    </a:cubicBezTo>
                    <a:cubicBezTo>
                      <a:pt x="35948" y="180558"/>
                      <a:pt x="0" y="178189"/>
                      <a:pt x="0" y="113264"/>
                    </a:cubicBezTo>
                    <a:lnTo>
                      <a:pt x="0" y="67294"/>
                    </a:lnTo>
                    <a:cubicBezTo>
                      <a:pt x="-14" y="8538"/>
                      <a:pt x="32081" y="0"/>
                      <a:pt x="85186" y="0"/>
                    </a:cubicBezTo>
                    <a:cubicBezTo>
                      <a:pt x="134901" y="0"/>
                      <a:pt x="158077" y="4970"/>
                      <a:pt x="159043" y="58307"/>
                    </a:cubicBezTo>
                    <a:lnTo>
                      <a:pt x="159043" y="65183"/>
                    </a:lnTo>
                    <a:lnTo>
                      <a:pt x="109315" y="65183"/>
                    </a:lnTo>
                    <a:lnTo>
                      <a:pt x="109315" y="58307"/>
                    </a:lnTo>
                    <a:cubicBezTo>
                      <a:pt x="107640" y="42430"/>
                      <a:pt x="96284" y="41232"/>
                      <a:pt x="79876" y="41232"/>
                    </a:cubicBezTo>
                    <a:cubicBezTo>
                      <a:pt x="52356" y="41232"/>
                      <a:pt x="49701" y="49538"/>
                      <a:pt x="49701" y="74892"/>
                    </a:cubicBezTo>
                    <a:lnTo>
                      <a:pt x="49701" y="102616"/>
                    </a:lnTo>
                    <a:cubicBezTo>
                      <a:pt x="49701" y="129169"/>
                      <a:pt x="50913" y="139354"/>
                      <a:pt x="79876" y="139354"/>
                    </a:cubicBezTo>
                    <a:cubicBezTo>
                      <a:pt x="99906" y="139354"/>
                      <a:pt x="109560" y="137938"/>
                      <a:pt x="109560" y="117091"/>
                    </a:cubicBezTo>
                    <a:lnTo>
                      <a:pt x="109560" y="111875"/>
                    </a:lnTo>
                    <a:lnTo>
                      <a:pt x="159275" y="111875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" name="Freeform: Shape 20">
                <a:extLst>
                  <a:ext uri="{FF2B5EF4-FFF2-40B4-BE49-F238E27FC236}">
                    <a16:creationId xmlns:a16="http://schemas.microsoft.com/office/drawing/2014/main" id="{6BA3D97F-6FB5-4730-58A9-A3CCE66E233B}"/>
                  </a:ext>
                </a:extLst>
              </p:cNvPr>
              <p:cNvSpPr/>
              <p:nvPr/>
            </p:nvSpPr>
            <p:spPr>
              <a:xfrm>
                <a:off x="4261525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1" name="Freeform: Shape 21">
                <a:extLst>
                  <a:ext uri="{FF2B5EF4-FFF2-40B4-BE49-F238E27FC236}">
                    <a16:creationId xmlns:a16="http://schemas.microsoft.com/office/drawing/2014/main" id="{2858C899-9591-BF60-5A9C-8B75D28A0E40}"/>
                  </a:ext>
                </a:extLst>
              </p:cNvPr>
              <p:cNvSpPr/>
              <p:nvPr/>
            </p:nvSpPr>
            <p:spPr>
              <a:xfrm>
                <a:off x="4316564" y="2509643"/>
                <a:ext cx="110540" cy="152126"/>
              </a:xfrm>
              <a:custGeom>
                <a:avLst/>
                <a:gdLst>
                  <a:gd name="connsiteX0" fmla="*/ 104985 w 110540"/>
                  <a:gd name="connsiteY0" fmla="*/ 56142 h 152126"/>
                  <a:gd name="connsiteX1" fmla="*/ 56959 w 110540"/>
                  <a:gd name="connsiteY1" fmla="*/ 56142 h 152126"/>
                  <a:gd name="connsiteX2" fmla="*/ 56959 w 110540"/>
                  <a:gd name="connsiteY2" fmla="*/ 111835 h 152126"/>
                  <a:gd name="connsiteX3" fmla="*/ 66382 w 110540"/>
                  <a:gd name="connsiteY3" fmla="*/ 122265 h 152126"/>
                  <a:gd name="connsiteX4" fmla="*/ 77234 w 110540"/>
                  <a:gd name="connsiteY4" fmla="*/ 106156 h 152126"/>
                  <a:gd name="connsiteX5" fmla="*/ 77479 w 110540"/>
                  <a:gd name="connsiteY5" fmla="*/ 99511 h 152126"/>
                  <a:gd name="connsiteX6" fmla="*/ 110541 w 110540"/>
                  <a:gd name="connsiteY6" fmla="*/ 99511 h 152126"/>
                  <a:gd name="connsiteX7" fmla="*/ 110541 w 110540"/>
                  <a:gd name="connsiteY7" fmla="*/ 110650 h 152126"/>
                  <a:gd name="connsiteX8" fmla="*/ 63958 w 110540"/>
                  <a:gd name="connsiteY8" fmla="*/ 152127 h 152126"/>
                  <a:gd name="connsiteX9" fmla="*/ 15455 w 110540"/>
                  <a:gd name="connsiteY9" fmla="*/ 117526 h 152126"/>
                  <a:gd name="connsiteX10" fmla="*/ 15455 w 110540"/>
                  <a:gd name="connsiteY10" fmla="*/ 56142 h 152126"/>
                  <a:gd name="connsiteX11" fmla="*/ 0 w 110540"/>
                  <a:gd name="connsiteY11" fmla="*/ 56142 h 152126"/>
                  <a:gd name="connsiteX12" fmla="*/ 0 w 110540"/>
                  <a:gd name="connsiteY12" fmla="*/ 26294 h 152126"/>
                  <a:gd name="connsiteX13" fmla="*/ 15455 w 110540"/>
                  <a:gd name="connsiteY13" fmla="*/ 26294 h 152126"/>
                  <a:gd name="connsiteX14" fmla="*/ 15455 w 110540"/>
                  <a:gd name="connsiteY14" fmla="*/ 0 h 152126"/>
                  <a:gd name="connsiteX15" fmla="*/ 56959 w 110540"/>
                  <a:gd name="connsiteY15" fmla="*/ 0 h 152126"/>
                  <a:gd name="connsiteX16" fmla="*/ 56959 w 110540"/>
                  <a:gd name="connsiteY16" fmla="*/ 26294 h 152126"/>
                  <a:gd name="connsiteX17" fmla="*/ 104985 w 110540"/>
                  <a:gd name="connsiteY17" fmla="*/ 26294 h 152126"/>
                  <a:gd name="connsiteX18" fmla="*/ 104985 w 110540"/>
                  <a:gd name="connsiteY18" fmla="*/ 56142 h 15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0540" h="152126">
                    <a:moveTo>
                      <a:pt x="104985" y="56142"/>
                    </a:moveTo>
                    <a:lnTo>
                      <a:pt x="56959" y="56142"/>
                    </a:lnTo>
                    <a:lnTo>
                      <a:pt x="56959" y="111835"/>
                    </a:lnTo>
                    <a:cubicBezTo>
                      <a:pt x="57204" y="119188"/>
                      <a:pt x="58674" y="122265"/>
                      <a:pt x="66382" y="122265"/>
                    </a:cubicBezTo>
                    <a:cubicBezTo>
                      <a:pt x="77234" y="122265"/>
                      <a:pt x="76758" y="114680"/>
                      <a:pt x="77234" y="106156"/>
                    </a:cubicBezTo>
                    <a:lnTo>
                      <a:pt x="77479" y="99511"/>
                    </a:lnTo>
                    <a:lnTo>
                      <a:pt x="110541" y="99511"/>
                    </a:lnTo>
                    <a:lnTo>
                      <a:pt x="110541" y="110650"/>
                    </a:lnTo>
                    <a:cubicBezTo>
                      <a:pt x="110541" y="144542"/>
                      <a:pt x="97741" y="152127"/>
                      <a:pt x="63958" y="152127"/>
                    </a:cubicBezTo>
                    <a:cubicBezTo>
                      <a:pt x="37419" y="152127"/>
                      <a:pt x="15455" y="148804"/>
                      <a:pt x="15455" y="117526"/>
                    </a:cubicBezTo>
                    <a:lnTo>
                      <a:pt x="15455" y="56142"/>
                    </a:lnTo>
                    <a:lnTo>
                      <a:pt x="0" y="56142"/>
                    </a:lnTo>
                    <a:lnTo>
                      <a:pt x="0" y="26294"/>
                    </a:lnTo>
                    <a:lnTo>
                      <a:pt x="15455" y="26294"/>
                    </a:lnTo>
                    <a:lnTo>
                      <a:pt x="15455" y="0"/>
                    </a:lnTo>
                    <a:lnTo>
                      <a:pt x="56959" y="0"/>
                    </a:lnTo>
                    <a:lnTo>
                      <a:pt x="56959" y="26294"/>
                    </a:lnTo>
                    <a:lnTo>
                      <a:pt x="104985" y="26294"/>
                    </a:lnTo>
                    <a:lnTo>
                      <a:pt x="104985" y="5614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2" name="Freeform: Shape 22">
                <a:extLst>
                  <a:ext uri="{FF2B5EF4-FFF2-40B4-BE49-F238E27FC236}">
                    <a16:creationId xmlns:a16="http://schemas.microsoft.com/office/drawing/2014/main" id="{3C7FF699-AB70-0269-CC2D-3D14C0DC60C5}"/>
                  </a:ext>
                </a:extLst>
              </p:cNvPr>
              <p:cNvSpPr/>
              <p:nvPr/>
            </p:nvSpPr>
            <p:spPr>
              <a:xfrm>
                <a:off x="4440599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3" name="Freeform: Shape 23">
                <a:extLst>
                  <a:ext uri="{FF2B5EF4-FFF2-40B4-BE49-F238E27FC236}">
                    <a16:creationId xmlns:a16="http://schemas.microsoft.com/office/drawing/2014/main" id="{1426E6A7-730F-FE19-A41D-EE16A4575E80}"/>
                  </a:ext>
                </a:extLst>
              </p:cNvPr>
              <p:cNvSpPr/>
              <p:nvPr/>
            </p:nvSpPr>
            <p:spPr>
              <a:xfrm>
                <a:off x="4504570" y="2535923"/>
                <a:ext cx="121651" cy="125846"/>
              </a:xfrm>
              <a:custGeom>
                <a:avLst/>
                <a:gdLst>
                  <a:gd name="connsiteX0" fmla="*/ 81333 w 121651"/>
                  <a:gd name="connsiteY0" fmla="*/ 124430 h 125846"/>
                  <a:gd name="connsiteX1" fmla="*/ 82790 w 121651"/>
                  <a:gd name="connsiteY1" fmla="*/ 100492 h 125846"/>
                  <a:gd name="connsiteX2" fmla="*/ 80856 w 121651"/>
                  <a:gd name="connsiteY2" fmla="*/ 100492 h 125846"/>
                  <a:gd name="connsiteX3" fmla="*/ 42961 w 121651"/>
                  <a:gd name="connsiteY3" fmla="*/ 125846 h 125846"/>
                  <a:gd name="connsiteX4" fmla="*/ 0 w 121651"/>
                  <a:gd name="connsiteY4" fmla="*/ 85091 h 125846"/>
                  <a:gd name="connsiteX5" fmla="*/ 0 w 121651"/>
                  <a:gd name="connsiteY5" fmla="*/ 0 h 125846"/>
                  <a:gd name="connsiteX6" fmla="*/ 41517 w 121651"/>
                  <a:gd name="connsiteY6" fmla="*/ 0 h 125846"/>
                  <a:gd name="connsiteX7" fmla="*/ 41517 w 121651"/>
                  <a:gd name="connsiteY7" fmla="*/ 74184 h 125846"/>
                  <a:gd name="connsiteX8" fmla="*/ 56727 w 121651"/>
                  <a:gd name="connsiteY8" fmla="*/ 94555 h 125846"/>
                  <a:gd name="connsiteX9" fmla="*/ 80134 w 121651"/>
                  <a:gd name="connsiteY9" fmla="*/ 76540 h 125846"/>
                  <a:gd name="connsiteX10" fmla="*/ 80134 w 121651"/>
                  <a:gd name="connsiteY10" fmla="*/ 0 h 125846"/>
                  <a:gd name="connsiteX11" fmla="*/ 121652 w 121651"/>
                  <a:gd name="connsiteY11" fmla="*/ 0 h 125846"/>
                  <a:gd name="connsiteX12" fmla="*/ 121652 w 121651"/>
                  <a:gd name="connsiteY12" fmla="*/ 124416 h 125846"/>
                  <a:gd name="connsiteX13" fmla="*/ 81346 w 121651"/>
                  <a:gd name="connsiteY13" fmla="*/ 124416 h 125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651" h="125846">
                    <a:moveTo>
                      <a:pt x="81333" y="124430"/>
                    </a:moveTo>
                    <a:lnTo>
                      <a:pt x="82790" y="100492"/>
                    </a:lnTo>
                    <a:lnTo>
                      <a:pt x="80856" y="100492"/>
                    </a:lnTo>
                    <a:cubicBezTo>
                      <a:pt x="75055" y="119691"/>
                      <a:pt x="60581" y="125846"/>
                      <a:pt x="42961" y="125846"/>
                    </a:cubicBezTo>
                    <a:cubicBezTo>
                      <a:pt x="17865" y="125846"/>
                      <a:pt x="0" y="115416"/>
                      <a:pt x="0" y="85091"/>
                    </a:cubicBez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4184"/>
                    </a:lnTo>
                    <a:cubicBezTo>
                      <a:pt x="41517" y="85554"/>
                      <a:pt x="42729" y="94555"/>
                      <a:pt x="56727" y="94555"/>
                    </a:cubicBezTo>
                    <a:cubicBezTo>
                      <a:pt x="67825" y="94555"/>
                      <a:pt x="80134" y="88863"/>
                      <a:pt x="80134" y="76540"/>
                    </a:cubicBezTo>
                    <a:lnTo>
                      <a:pt x="80134" y="0"/>
                    </a:lnTo>
                    <a:lnTo>
                      <a:pt x="121652" y="0"/>
                    </a:lnTo>
                    <a:lnTo>
                      <a:pt x="121652" y="124416"/>
                    </a:lnTo>
                    <a:lnTo>
                      <a:pt x="81346" y="12441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4" name="Freeform: Shape 24">
                <a:extLst>
                  <a:ext uri="{FF2B5EF4-FFF2-40B4-BE49-F238E27FC236}">
                    <a16:creationId xmlns:a16="http://schemas.microsoft.com/office/drawing/2014/main" id="{6C2DA7A3-EE5E-FCFE-B569-A226FD601A93}"/>
                  </a:ext>
                </a:extLst>
              </p:cNvPr>
              <p:cNvSpPr/>
              <p:nvPr/>
            </p:nvSpPr>
            <p:spPr>
              <a:xfrm>
                <a:off x="4648403" y="2534548"/>
                <a:ext cx="124048" cy="127235"/>
              </a:xfrm>
              <a:custGeom>
                <a:avLst/>
                <a:gdLst>
                  <a:gd name="connsiteX0" fmla="*/ 78909 w 124048"/>
                  <a:gd name="connsiteY0" fmla="*/ 36711 h 127235"/>
                  <a:gd name="connsiteX1" fmla="*/ 62024 w 124048"/>
                  <a:gd name="connsiteY1" fmla="*/ 26280 h 127235"/>
                  <a:gd name="connsiteX2" fmla="*/ 40292 w 124048"/>
                  <a:gd name="connsiteY2" fmla="*/ 36234 h 127235"/>
                  <a:gd name="connsiteX3" fmla="*/ 62024 w 124048"/>
                  <a:gd name="connsiteY3" fmla="*/ 47128 h 127235"/>
                  <a:gd name="connsiteX4" fmla="*/ 124048 w 124048"/>
                  <a:gd name="connsiteY4" fmla="*/ 85282 h 127235"/>
                  <a:gd name="connsiteX5" fmla="*/ 62024 w 124048"/>
                  <a:gd name="connsiteY5" fmla="*/ 127235 h 127235"/>
                  <a:gd name="connsiteX6" fmla="*/ 0 w 124048"/>
                  <a:gd name="connsiteY6" fmla="*/ 86943 h 127235"/>
                  <a:gd name="connsiteX7" fmla="*/ 41504 w 124048"/>
                  <a:gd name="connsiteY7" fmla="*/ 86943 h 127235"/>
                  <a:gd name="connsiteX8" fmla="*/ 62024 w 124048"/>
                  <a:gd name="connsiteY8" fmla="*/ 100927 h 127235"/>
                  <a:gd name="connsiteX9" fmla="*/ 83743 w 124048"/>
                  <a:gd name="connsiteY9" fmla="*/ 90034 h 127235"/>
                  <a:gd name="connsiteX10" fmla="*/ 62024 w 124048"/>
                  <a:gd name="connsiteY10" fmla="*/ 77725 h 127235"/>
                  <a:gd name="connsiteX11" fmla="*/ 0 w 124048"/>
                  <a:gd name="connsiteY11" fmla="*/ 40755 h 127235"/>
                  <a:gd name="connsiteX12" fmla="*/ 62024 w 124048"/>
                  <a:gd name="connsiteY12" fmla="*/ 0 h 127235"/>
                  <a:gd name="connsiteX13" fmla="*/ 118016 w 124048"/>
                  <a:gd name="connsiteY13" fmla="*/ 30801 h 127235"/>
                  <a:gd name="connsiteX14" fmla="*/ 118016 w 124048"/>
                  <a:gd name="connsiteY14" fmla="*/ 36724 h 127235"/>
                  <a:gd name="connsiteX15" fmla="*/ 78909 w 124048"/>
                  <a:gd name="connsiteY15" fmla="*/ 36724 h 127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4048" h="127235">
                    <a:moveTo>
                      <a:pt x="78909" y="36711"/>
                    </a:moveTo>
                    <a:cubicBezTo>
                      <a:pt x="77479" y="26280"/>
                      <a:pt x="68533" y="26280"/>
                      <a:pt x="62024" y="26280"/>
                    </a:cubicBezTo>
                    <a:cubicBezTo>
                      <a:pt x="40292" y="26280"/>
                      <a:pt x="40292" y="28895"/>
                      <a:pt x="40292" y="36234"/>
                    </a:cubicBezTo>
                    <a:cubicBezTo>
                      <a:pt x="40292" y="42389"/>
                      <a:pt x="40782" y="46665"/>
                      <a:pt x="62024" y="47128"/>
                    </a:cubicBezTo>
                    <a:cubicBezTo>
                      <a:pt x="104985" y="48081"/>
                      <a:pt x="124048" y="50450"/>
                      <a:pt x="124048" y="85282"/>
                    </a:cubicBezTo>
                    <a:cubicBezTo>
                      <a:pt x="124048" y="120114"/>
                      <a:pt x="95317" y="127235"/>
                      <a:pt x="62024" y="127235"/>
                    </a:cubicBezTo>
                    <a:cubicBezTo>
                      <a:pt x="28731" y="127235"/>
                      <a:pt x="0" y="127943"/>
                      <a:pt x="0" y="86943"/>
                    </a:cubicBezTo>
                    <a:lnTo>
                      <a:pt x="41504" y="86943"/>
                    </a:lnTo>
                    <a:cubicBezTo>
                      <a:pt x="41504" y="100927"/>
                      <a:pt x="51880" y="100927"/>
                      <a:pt x="62024" y="100927"/>
                    </a:cubicBezTo>
                    <a:cubicBezTo>
                      <a:pt x="80843" y="100927"/>
                      <a:pt x="83743" y="99756"/>
                      <a:pt x="83743" y="90034"/>
                    </a:cubicBezTo>
                    <a:cubicBezTo>
                      <a:pt x="83743" y="77725"/>
                      <a:pt x="76499" y="77725"/>
                      <a:pt x="62024" y="77725"/>
                    </a:cubicBezTo>
                    <a:cubicBezTo>
                      <a:pt x="9409" y="77725"/>
                      <a:pt x="0" y="66109"/>
                      <a:pt x="0" y="40755"/>
                    </a:cubicBezTo>
                    <a:cubicBezTo>
                      <a:pt x="0" y="708"/>
                      <a:pt x="26784" y="0"/>
                      <a:pt x="62024" y="0"/>
                    </a:cubicBezTo>
                    <a:cubicBezTo>
                      <a:pt x="85186" y="0"/>
                      <a:pt x="118016" y="231"/>
                      <a:pt x="118016" y="30801"/>
                    </a:cubicBezTo>
                    <a:lnTo>
                      <a:pt x="118016" y="36724"/>
                    </a:lnTo>
                    <a:lnTo>
                      <a:pt x="78909" y="36724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5" name="Freeform: Shape 25">
                <a:extLst>
                  <a:ext uri="{FF2B5EF4-FFF2-40B4-BE49-F238E27FC236}">
                    <a16:creationId xmlns:a16="http://schemas.microsoft.com/office/drawing/2014/main" id="{761B243C-CBAD-CA5E-9E6E-5758B53E47E4}"/>
                  </a:ext>
                </a:extLst>
              </p:cNvPr>
              <p:cNvSpPr/>
              <p:nvPr/>
            </p:nvSpPr>
            <p:spPr>
              <a:xfrm>
                <a:off x="4780418" y="2482641"/>
                <a:ext cx="143356" cy="177712"/>
              </a:xfrm>
              <a:custGeom>
                <a:avLst/>
                <a:gdLst>
                  <a:gd name="connsiteX0" fmla="*/ 94609 w 143356"/>
                  <a:gd name="connsiteY0" fmla="*/ 177712 h 177712"/>
                  <a:gd name="connsiteX1" fmla="*/ 46338 w 143356"/>
                  <a:gd name="connsiteY1" fmla="*/ 177712 h 177712"/>
                  <a:gd name="connsiteX2" fmla="*/ 46338 w 143356"/>
                  <a:gd name="connsiteY2" fmla="*/ 41218 h 177712"/>
                  <a:gd name="connsiteX3" fmla="*/ 0 w 143356"/>
                  <a:gd name="connsiteY3" fmla="*/ 41218 h 177712"/>
                  <a:gd name="connsiteX4" fmla="*/ 0 w 143356"/>
                  <a:gd name="connsiteY4" fmla="*/ 0 h 177712"/>
                  <a:gd name="connsiteX5" fmla="*/ 143357 w 143356"/>
                  <a:gd name="connsiteY5" fmla="*/ 0 h 177712"/>
                  <a:gd name="connsiteX6" fmla="*/ 143357 w 143356"/>
                  <a:gd name="connsiteY6" fmla="*/ 41218 h 177712"/>
                  <a:gd name="connsiteX7" fmla="*/ 94609 w 143356"/>
                  <a:gd name="connsiteY7" fmla="*/ 41218 h 177712"/>
                  <a:gd name="connsiteX8" fmla="*/ 94609 w 143356"/>
                  <a:gd name="connsiteY8" fmla="*/ 177712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3356" h="177712">
                    <a:moveTo>
                      <a:pt x="94609" y="177712"/>
                    </a:moveTo>
                    <a:lnTo>
                      <a:pt x="46338" y="177712"/>
                    </a:lnTo>
                    <a:lnTo>
                      <a:pt x="46338" y="41218"/>
                    </a:lnTo>
                    <a:lnTo>
                      <a:pt x="0" y="41218"/>
                    </a:lnTo>
                    <a:lnTo>
                      <a:pt x="0" y="0"/>
                    </a:lnTo>
                    <a:lnTo>
                      <a:pt x="143357" y="0"/>
                    </a:lnTo>
                    <a:lnTo>
                      <a:pt x="143357" y="41218"/>
                    </a:lnTo>
                    <a:lnTo>
                      <a:pt x="94609" y="41218"/>
                    </a:lnTo>
                    <a:lnTo>
                      <a:pt x="94609" y="17771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6" name="Freeform: Shape 26">
                <a:extLst>
                  <a:ext uri="{FF2B5EF4-FFF2-40B4-BE49-F238E27FC236}">
                    <a16:creationId xmlns:a16="http://schemas.microsoft.com/office/drawing/2014/main" id="{7C629DE5-E40F-9411-0E09-569C4A9CE824}"/>
                  </a:ext>
                </a:extLst>
              </p:cNvPr>
              <p:cNvSpPr/>
              <p:nvPr/>
            </p:nvSpPr>
            <p:spPr>
              <a:xfrm>
                <a:off x="4917525" y="2534521"/>
                <a:ext cx="123830" cy="127248"/>
              </a:xfrm>
              <a:custGeom>
                <a:avLst/>
                <a:gdLst>
                  <a:gd name="connsiteX0" fmla="*/ 82313 w 123830"/>
                  <a:gd name="connsiteY0" fmla="*/ 48108 h 127248"/>
                  <a:gd name="connsiteX1" fmla="*/ 61303 w 123830"/>
                  <a:gd name="connsiteY1" fmla="*/ 28432 h 127248"/>
                  <a:gd name="connsiteX2" fmla="*/ 41517 w 123830"/>
                  <a:gd name="connsiteY2" fmla="*/ 48108 h 127248"/>
                  <a:gd name="connsiteX3" fmla="*/ 82313 w 123830"/>
                  <a:gd name="connsiteY3" fmla="*/ 48108 h 127248"/>
                  <a:gd name="connsiteX4" fmla="*/ 123817 w 123830"/>
                  <a:gd name="connsiteY4" fmla="*/ 84369 h 127248"/>
                  <a:gd name="connsiteX5" fmla="*/ 106674 w 123830"/>
                  <a:gd name="connsiteY5" fmla="*/ 119909 h 127248"/>
                  <a:gd name="connsiteX6" fmla="*/ 62024 w 123830"/>
                  <a:gd name="connsiteY6" fmla="*/ 127249 h 127248"/>
                  <a:gd name="connsiteX7" fmla="*/ 0 w 123830"/>
                  <a:gd name="connsiteY7" fmla="*/ 63740 h 127248"/>
                  <a:gd name="connsiteX8" fmla="*/ 62024 w 123830"/>
                  <a:gd name="connsiteY8" fmla="*/ 0 h 127248"/>
                  <a:gd name="connsiteX9" fmla="*/ 123817 w 123830"/>
                  <a:gd name="connsiteY9" fmla="*/ 63740 h 127248"/>
                  <a:gd name="connsiteX10" fmla="*/ 123817 w 123830"/>
                  <a:gd name="connsiteY10" fmla="*/ 70617 h 127248"/>
                  <a:gd name="connsiteX11" fmla="*/ 41517 w 123830"/>
                  <a:gd name="connsiteY11" fmla="*/ 70617 h 127248"/>
                  <a:gd name="connsiteX12" fmla="*/ 62024 w 123830"/>
                  <a:gd name="connsiteY12" fmla="*/ 98803 h 127248"/>
                  <a:gd name="connsiteX13" fmla="*/ 83035 w 123830"/>
                  <a:gd name="connsiteY13" fmla="*/ 84356 h 127248"/>
                  <a:gd name="connsiteX14" fmla="*/ 123831 w 123830"/>
                  <a:gd name="connsiteY14" fmla="*/ 84356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3830" h="127248">
                    <a:moveTo>
                      <a:pt x="82313" y="48108"/>
                    </a:moveTo>
                    <a:cubicBezTo>
                      <a:pt x="82313" y="29616"/>
                      <a:pt x="75301" y="28432"/>
                      <a:pt x="61303" y="28432"/>
                    </a:cubicBezTo>
                    <a:cubicBezTo>
                      <a:pt x="46583" y="28432"/>
                      <a:pt x="41994" y="31754"/>
                      <a:pt x="41517" y="48108"/>
                    </a:cubicBezTo>
                    <a:lnTo>
                      <a:pt x="82313" y="48108"/>
                    </a:lnTo>
                    <a:close/>
                    <a:moveTo>
                      <a:pt x="123817" y="84369"/>
                    </a:moveTo>
                    <a:cubicBezTo>
                      <a:pt x="123817" y="103093"/>
                      <a:pt x="117540" y="113754"/>
                      <a:pt x="106674" y="119909"/>
                    </a:cubicBezTo>
                    <a:cubicBezTo>
                      <a:pt x="95807" y="125833"/>
                      <a:pt x="80366" y="127249"/>
                      <a:pt x="62024" y="127249"/>
                    </a:cubicBezTo>
                    <a:cubicBezTo>
                      <a:pt x="12064" y="127249"/>
                      <a:pt x="0" y="110187"/>
                      <a:pt x="0" y="63740"/>
                    </a:cubicBezTo>
                    <a:cubicBezTo>
                      <a:pt x="0" y="17293"/>
                      <a:pt x="11098" y="0"/>
                      <a:pt x="62024" y="0"/>
                    </a:cubicBezTo>
                    <a:cubicBezTo>
                      <a:pt x="109574" y="0"/>
                      <a:pt x="123817" y="13031"/>
                      <a:pt x="123817" y="63740"/>
                    </a:cubicBezTo>
                    <a:lnTo>
                      <a:pt x="123817" y="70617"/>
                    </a:lnTo>
                    <a:lnTo>
                      <a:pt x="41517" y="70617"/>
                    </a:lnTo>
                    <a:cubicBezTo>
                      <a:pt x="41517" y="92403"/>
                      <a:pt x="44894" y="98803"/>
                      <a:pt x="62024" y="98803"/>
                    </a:cubicBezTo>
                    <a:cubicBezTo>
                      <a:pt x="74824" y="98803"/>
                      <a:pt x="83035" y="97387"/>
                      <a:pt x="83035" y="84356"/>
                    </a:cubicBezTo>
                    <a:lnTo>
                      <a:pt x="123831" y="8435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7" name="Freeform: Shape 27">
                <a:extLst>
                  <a:ext uri="{FF2B5EF4-FFF2-40B4-BE49-F238E27FC236}">
                    <a16:creationId xmlns:a16="http://schemas.microsoft.com/office/drawing/2014/main" id="{E5119B3D-3703-11F1-AD15-83665C9B28CC}"/>
                  </a:ext>
                </a:extLst>
              </p:cNvPr>
              <p:cNvSpPr/>
              <p:nvPr/>
            </p:nvSpPr>
            <p:spPr>
              <a:xfrm>
                <a:off x="5056306" y="2534521"/>
                <a:ext cx="121883" cy="127248"/>
              </a:xfrm>
              <a:custGeom>
                <a:avLst/>
                <a:gdLst>
                  <a:gd name="connsiteX0" fmla="*/ 121883 w 121883"/>
                  <a:gd name="connsiteY0" fmla="*/ 76077 h 127248"/>
                  <a:gd name="connsiteX1" fmla="*/ 107885 w 121883"/>
                  <a:gd name="connsiteY1" fmla="*/ 118956 h 127248"/>
                  <a:gd name="connsiteX2" fmla="*/ 60581 w 121883"/>
                  <a:gd name="connsiteY2" fmla="*/ 127249 h 127248"/>
                  <a:gd name="connsiteX3" fmla="*/ 0 w 121883"/>
                  <a:gd name="connsiteY3" fmla="*/ 63740 h 127248"/>
                  <a:gd name="connsiteX4" fmla="*/ 60581 w 121883"/>
                  <a:gd name="connsiteY4" fmla="*/ 0 h 127248"/>
                  <a:gd name="connsiteX5" fmla="*/ 121883 w 121883"/>
                  <a:gd name="connsiteY5" fmla="*/ 48094 h 127248"/>
                  <a:gd name="connsiteX6" fmla="*/ 80352 w 121883"/>
                  <a:gd name="connsiteY6" fmla="*/ 48094 h 127248"/>
                  <a:gd name="connsiteX7" fmla="*/ 76975 w 121883"/>
                  <a:gd name="connsiteY7" fmla="*/ 34818 h 127248"/>
                  <a:gd name="connsiteX8" fmla="*/ 60567 w 121883"/>
                  <a:gd name="connsiteY8" fmla="*/ 31250 h 127248"/>
                  <a:gd name="connsiteX9" fmla="*/ 41504 w 121883"/>
                  <a:gd name="connsiteY9" fmla="*/ 63726 h 127248"/>
                  <a:gd name="connsiteX10" fmla="*/ 60567 w 121883"/>
                  <a:gd name="connsiteY10" fmla="*/ 95957 h 127248"/>
                  <a:gd name="connsiteX11" fmla="*/ 80352 w 121883"/>
                  <a:gd name="connsiteY11" fmla="*/ 76050 h 127248"/>
                  <a:gd name="connsiteX12" fmla="*/ 121883 w 121883"/>
                  <a:gd name="connsiteY12" fmla="*/ 76050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1883" h="127248">
                    <a:moveTo>
                      <a:pt x="121883" y="76077"/>
                    </a:moveTo>
                    <a:cubicBezTo>
                      <a:pt x="121883" y="99293"/>
                      <a:pt x="117785" y="112093"/>
                      <a:pt x="107885" y="118956"/>
                    </a:cubicBezTo>
                    <a:cubicBezTo>
                      <a:pt x="98231" y="126064"/>
                      <a:pt x="83021" y="127249"/>
                      <a:pt x="60581" y="127249"/>
                    </a:cubicBezTo>
                    <a:cubicBezTo>
                      <a:pt x="11588" y="127249"/>
                      <a:pt x="0" y="112788"/>
                      <a:pt x="0" y="63740"/>
                    </a:cubicBezTo>
                    <a:cubicBezTo>
                      <a:pt x="0" y="21555"/>
                      <a:pt x="8701" y="0"/>
                      <a:pt x="60581" y="0"/>
                    </a:cubicBezTo>
                    <a:cubicBezTo>
                      <a:pt x="97019" y="0"/>
                      <a:pt x="121883" y="3785"/>
                      <a:pt x="121883" y="48094"/>
                    </a:cubicBezTo>
                    <a:lnTo>
                      <a:pt x="80352" y="48094"/>
                    </a:lnTo>
                    <a:cubicBezTo>
                      <a:pt x="80597" y="41463"/>
                      <a:pt x="79889" y="37432"/>
                      <a:pt x="76975" y="34818"/>
                    </a:cubicBezTo>
                    <a:cubicBezTo>
                      <a:pt x="74075" y="32217"/>
                      <a:pt x="69255" y="31250"/>
                      <a:pt x="60567" y="31250"/>
                    </a:cubicBezTo>
                    <a:cubicBezTo>
                      <a:pt x="45848" y="31250"/>
                      <a:pt x="41504" y="35295"/>
                      <a:pt x="41504" y="63726"/>
                    </a:cubicBezTo>
                    <a:cubicBezTo>
                      <a:pt x="41504" y="92158"/>
                      <a:pt x="44881" y="95957"/>
                      <a:pt x="60567" y="95957"/>
                    </a:cubicBezTo>
                    <a:cubicBezTo>
                      <a:pt x="79386" y="95957"/>
                      <a:pt x="80352" y="91450"/>
                      <a:pt x="80352" y="76050"/>
                    </a:cubicBezTo>
                    <a:lnTo>
                      <a:pt x="121883" y="760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8" name="Freeform: Shape 28">
                <a:extLst>
                  <a:ext uri="{FF2B5EF4-FFF2-40B4-BE49-F238E27FC236}">
                    <a16:creationId xmlns:a16="http://schemas.microsoft.com/office/drawing/2014/main" id="{7868477C-531A-9A41-33DC-10B2D031F78B}"/>
                  </a:ext>
                </a:extLst>
              </p:cNvPr>
              <p:cNvSpPr/>
              <p:nvPr/>
            </p:nvSpPr>
            <p:spPr>
              <a:xfrm>
                <a:off x="5197022" y="2482641"/>
                <a:ext cx="121883" cy="177726"/>
              </a:xfrm>
              <a:custGeom>
                <a:avLst/>
                <a:gdLst>
                  <a:gd name="connsiteX0" fmla="*/ 41504 w 121883"/>
                  <a:gd name="connsiteY0" fmla="*/ 76526 h 177726"/>
                  <a:gd name="connsiteX1" fmla="*/ 43192 w 121883"/>
                  <a:gd name="connsiteY1" fmla="*/ 76526 h 177726"/>
                  <a:gd name="connsiteX2" fmla="*/ 81088 w 121883"/>
                  <a:gd name="connsiteY2" fmla="*/ 51893 h 177726"/>
                  <a:gd name="connsiteX3" fmla="*/ 121883 w 121883"/>
                  <a:gd name="connsiteY3" fmla="*/ 91709 h 177726"/>
                  <a:gd name="connsiteX4" fmla="*/ 121883 w 121883"/>
                  <a:gd name="connsiteY4" fmla="*/ 177726 h 177726"/>
                  <a:gd name="connsiteX5" fmla="*/ 80366 w 121883"/>
                  <a:gd name="connsiteY5" fmla="*/ 177726 h 177726"/>
                  <a:gd name="connsiteX6" fmla="*/ 80366 w 121883"/>
                  <a:gd name="connsiteY6" fmla="*/ 101173 h 177726"/>
                  <a:gd name="connsiteX7" fmla="*/ 63236 w 121883"/>
                  <a:gd name="connsiteY7" fmla="*/ 83158 h 177726"/>
                  <a:gd name="connsiteX8" fmla="*/ 41517 w 121883"/>
                  <a:gd name="connsiteY8" fmla="*/ 109234 h 177726"/>
                  <a:gd name="connsiteX9" fmla="*/ 41517 w 121883"/>
                  <a:gd name="connsiteY9" fmla="*/ 177726 h 177726"/>
                  <a:gd name="connsiteX10" fmla="*/ 0 w 121883"/>
                  <a:gd name="connsiteY10" fmla="*/ 177726 h 177726"/>
                  <a:gd name="connsiteX11" fmla="*/ 0 w 121883"/>
                  <a:gd name="connsiteY11" fmla="*/ 0 h 177726"/>
                  <a:gd name="connsiteX12" fmla="*/ 41517 w 121883"/>
                  <a:gd name="connsiteY12" fmla="*/ 0 h 177726"/>
                  <a:gd name="connsiteX13" fmla="*/ 41517 w 121883"/>
                  <a:gd name="connsiteY13" fmla="*/ 76526 h 177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883" h="177726">
                    <a:moveTo>
                      <a:pt x="41504" y="76526"/>
                    </a:moveTo>
                    <a:lnTo>
                      <a:pt x="43192" y="76526"/>
                    </a:lnTo>
                    <a:cubicBezTo>
                      <a:pt x="49225" y="56864"/>
                      <a:pt x="61548" y="51893"/>
                      <a:pt x="81088" y="51893"/>
                    </a:cubicBezTo>
                    <a:cubicBezTo>
                      <a:pt x="109084" y="51893"/>
                      <a:pt x="121883" y="64925"/>
                      <a:pt x="121883" y="91709"/>
                    </a:cubicBezTo>
                    <a:lnTo>
                      <a:pt x="121883" y="177726"/>
                    </a:lnTo>
                    <a:lnTo>
                      <a:pt x="80366" y="177726"/>
                    </a:lnTo>
                    <a:lnTo>
                      <a:pt x="80366" y="101173"/>
                    </a:lnTo>
                    <a:cubicBezTo>
                      <a:pt x="80134" y="89095"/>
                      <a:pt x="76744" y="83158"/>
                      <a:pt x="63236" y="83158"/>
                    </a:cubicBezTo>
                    <a:cubicBezTo>
                      <a:pt x="44663" y="83158"/>
                      <a:pt x="41517" y="94065"/>
                      <a:pt x="41517" y="109234"/>
                    </a:cubicBezTo>
                    <a:lnTo>
                      <a:pt x="41517" y="177726"/>
                    </a:lnTo>
                    <a:lnTo>
                      <a:pt x="0" y="177726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652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77D4827-5BC6-E473-7FCC-C2C5018405F5}"/>
                </a:ext>
              </a:extLst>
            </p:cNvPr>
            <p:cNvGrpSpPr/>
            <p:nvPr/>
          </p:nvGrpSpPr>
          <p:grpSpPr>
            <a:xfrm>
              <a:off x="3824442" y="2481552"/>
              <a:ext cx="179889" cy="179891"/>
              <a:chOff x="3824442" y="2481552"/>
              <a:chExt cx="179889" cy="179891"/>
            </a:xfrm>
          </p:grpSpPr>
          <p:sp>
            <p:nvSpPr>
              <p:cNvPr id="18" name="Freeform: Shape 7">
                <a:extLst>
                  <a:ext uri="{FF2B5EF4-FFF2-40B4-BE49-F238E27FC236}">
                    <a16:creationId xmlns:a16="http://schemas.microsoft.com/office/drawing/2014/main" id="{932F82B4-65A6-0640-1F94-55C031101664}"/>
                  </a:ext>
                </a:extLst>
              </p:cNvPr>
              <p:cNvSpPr/>
              <p:nvPr/>
            </p:nvSpPr>
            <p:spPr>
              <a:xfrm>
                <a:off x="382444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0">
                <a:extLst>
                  <a:ext uri="{FF2B5EF4-FFF2-40B4-BE49-F238E27FC236}">
                    <a16:creationId xmlns:a16="http://schemas.microsoft.com/office/drawing/2014/main" id="{2E4EEBAD-FB46-7D32-C963-D4E5DFF8A449}"/>
                  </a:ext>
                </a:extLst>
              </p:cNvPr>
              <p:cNvSpPr/>
              <p:nvPr/>
            </p:nvSpPr>
            <p:spPr>
              <a:xfrm>
                <a:off x="3887569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1">
                <a:extLst>
                  <a:ext uri="{FF2B5EF4-FFF2-40B4-BE49-F238E27FC236}">
                    <a16:creationId xmlns:a16="http://schemas.microsoft.com/office/drawing/2014/main" id="{45ED8C5B-28D1-7F8C-DB44-D40F09D16CD9}"/>
                  </a:ext>
                </a:extLst>
              </p:cNvPr>
              <p:cNvSpPr/>
              <p:nvPr/>
            </p:nvSpPr>
            <p:spPr>
              <a:xfrm>
                <a:off x="395068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" name="Freeform: Shape 13">
                <a:extLst>
                  <a:ext uri="{FF2B5EF4-FFF2-40B4-BE49-F238E27FC236}">
                    <a16:creationId xmlns:a16="http://schemas.microsoft.com/office/drawing/2014/main" id="{861CF45F-B1A6-E696-5383-4D492BC92925}"/>
                  </a:ext>
                </a:extLst>
              </p:cNvPr>
              <p:cNvSpPr/>
              <p:nvPr/>
            </p:nvSpPr>
            <p:spPr>
              <a:xfrm>
                <a:off x="382444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14">
                <a:extLst>
                  <a:ext uri="{FF2B5EF4-FFF2-40B4-BE49-F238E27FC236}">
                    <a16:creationId xmlns:a16="http://schemas.microsoft.com/office/drawing/2014/main" id="{BE79BD82-6E4A-6648-5A03-6B51532D9016}"/>
                  </a:ext>
                </a:extLst>
              </p:cNvPr>
              <p:cNvSpPr/>
              <p:nvPr/>
            </p:nvSpPr>
            <p:spPr>
              <a:xfrm>
                <a:off x="3887569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15">
                <a:extLst>
                  <a:ext uri="{FF2B5EF4-FFF2-40B4-BE49-F238E27FC236}">
                    <a16:creationId xmlns:a16="http://schemas.microsoft.com/office/drawing/2014/main" id="{398638CB-B488-DAE3-D878-E8834B8EC61E}"/>
                  </a:ext>
                </a:extLst>
              </p:cNvPr>
              <p:cNvSpPr/>
              <p:nvPr/>
            </p:nvSpPr>
            <p:spPr>
              <a:xfrm>
                <a:off x="395068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16">
                <a:extLst>
                  <a:ext uri="{FF2B5EF4-FFF2-40B4-BE49-F238E27FC236}">
                    <a16:creationId xmlns:a16="http://schemas.microsoft.com/office/drawing/2014/main" id="{3C3365DF-F4EE-125E-FCB1-07E2D1C956CD}"/>
                  </a:ext>
                </a:extLst>
              </p:cNvPr>
              <p:cNvSpPr/>
              <p:nvPr/>
            </p:nvSpPr>
            <p:spPr>
              <a:xfrm>
                <a:off x="382444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17">
                <a:extLst>
                  <a:ext uri="{FF2B5EF4-FFF2-40B4-BE49-F238E27FC236}">
                    <a16:creationId xmlns:a16="http://schemas.microsoft.com/office/drawing/2014/main" id="{3E30CD45-9279-6286-CC23-FC3F10C66166}"/>
                  </a:ext>
                </a:extLst>
              </p:cNvPr>
              <p:cNvSpPr/>
              <p:nvPr/>
            </p:nvSpPr>
            <p:spPr>
              <a:xfrm>
                <a:off x="3887569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18">
                <a:extLst>
                  <a:ext uri="{FF2B5EF4-FFF2-40B4-BE49-F238E27FC236}">
                    <a16:creationId xmlns:a16="http://schemas.microsoft.com/office/drawing/2014/main" id="{21A465A0-9D40-1FDA-B693-881796B33F42}"/>
                  </a:ext>
                </a:extLst>
              </p:cNvPr>
              <p:cNvSpPr/>
              <p:nvPr/>
            </p:nvSpPr>
            <p:spPr>
              <a:xfrm>
                <a:off x="395068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649959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White_Content_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AE8B7343-557D-F25B-8BBC-0F148C4E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40" y="308506"/>
            <a:ext cx="8669120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FD12A8C-5D71-1C71-45D3-B27211CBDB50}"/>
              </a:ext>
            </a:extLst>
          </p:cNvPr>
          <p:cNvSpPr txBox="1">
            <a:spLocks/>
          </p:cNvSpPr>
          <p:nvPr userDrawn="1"/>
        </p:nvSpPr>
        <p:spPr>
          <a:xfrm>
            <a:off x="8757480" y="4806255"/>
            <a:ext cx="14908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37A3306-72CE-48AC-9363-0EAE74D66663}" type="slidenum">
              <a:rPr lang="en-IN" sz="800" smtClean="0">
                <a:solidFill>
                  <a:schemeClr val="bg1"/>
                </a:solidFill>
              </a:rPr>
              <a:pPr algn="r"/>
              <a:t>‹#›</a:t>
            </a:fld>
            <a:endParaRPr lang="en-IN" sz="800">
              <a:solidFill>
                <a:schemeClr val="bg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82DAC0-0608-87E0-C8C9-A253D58150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8125" y="668257"/>
            <a:ext cx="8667750" cy="15234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+mn-lt"/>
                <a:cs typeface="Bai Jamjuree" panose="00000500000000000000" pitchFamily="2" charset="-34"/>
              </a:defRPr>
            </a:lvl1pPr>
            <a:lvl2pPr marL="342900" indent="0">
              <a:buNone/>
              <a:defRPr sz="1100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2pPr>
            <a:lvl3pPr marL="685800" indent="0">
              <a:buNone/>
              <a:defRPr sz="1100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3pPr>
            <a:lvl4pPr marL="1028700" indent="0">
              <a:buNone/>
              <a:defRPr sz="1100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4pPr>
            <a:lvl5pPr marL="1371600" indent="0">
              <a:buNone/>
              <a:defRPr sz="1100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5090A055-E4D8-FF3D-5EF8-94D578AF40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38124" y="1038386"/>
            <a:ext cx="2081860" cy="2081860"/>
          </a:xfrm>
          <a:prstGeom prst="roundRect">
            <a:avLst>
              <a:gd name="adj" fmla="val 7361"/>
            </a:avLst>
          </a:pr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1C6FC71-9D3A-733B-0B5C-16AC52EA4D1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433421" y="1038386"/>
            <a:ext cx="2081860" cy="2081860"/>
          </a:xfrm>
          <a:prstGeom prst="roundRect">
            <a:avLst>
              <a:gd name="adj" fmla="val 5873"/>
            </a:avLst>
          </a:pr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A2871CDF-09DE-ABE5-1309-0606E1CDEA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28718" y="1038386"/>
            <a:ext cx="2081860" cy="2081860"/>
          </a:xfrm>
          <a:prstGeom prst="roundRect">
            <a:avLst>
              <a:gd name="adj" fmla="val 6617"/>
            </a:avLst>
          </a:pr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66866D8A-E57B-682C-3EC8-CB4B398FDA1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24015" y="1038386"/>
            <a:ext cx="2081860" cy="2081860"/>
          </a:xfrm>
          <a:prstGeom prst="roundRect">
            <a:avLst>
              <a:gd name="adj" fmla="val 6617"/>
            </a:avLst>
          </a:prstGeom>
        </p:spPr>
        <p:txBody>
          <a:bodyPr wrap="square">
            <a:noAutofit/>
          </a:bodyPr>
          <a:lstStyle/>
          <a:p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F835CA6-84BB-C2B9-064A-A48E806A0EE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33393" y="4804408"/>
            <a:ext cx="1042737" cy="126000"/>
            <a:chOff x="3824442" y="2481198"/>
            <a:chExt cx="1494463" cy="180585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F7D33F0-6563-39C6-CA96-DD3569587D52}"/>
                </a:ext>
              </a:extLst>
            </p:cNvPr>
            <p:cNvGrpSpPr/>
            <p:nvPr/>
          </p:nvGrpSpPr>
          <p:grpSpPr>
            <a:xfrm>
              <a:off x="4083922" y="2481198"/>
              <a:ext cx="1234983" cy="180585"/>
              <a:chOff x="4083922" y="2481198"/>
              <a:chExt cx="1234983" cy="180585"/>
            </a:xfrm>
          </p:grpSpPr>
          <p:sp>
            <p:nvSpPr>
              <p:cNvPr id="31" name="Freeform: Shape 19">
                <a:extLst>
                  <a:ext uri="{FF2B5EF4-FFF2-40B4-BE49-F238E27FC236}">
                    <a16:creationId xmlns:a16="http://schemas.microsoft.com/office/drawing/2014/main" id="{E7682AC6-EDCE-6FFF-6633-C4032C17999E}"/>
                  </a:ext>
                </a:extLst>
              </p:cNvPr>
              <p:cNvSpPr/>
              <p:nvPr/>
            </p:nvSpPr>
            <p:spPr>
              <a:xfrm>
                <a:off x="4083922" y="2481198"/>
                <a:ext cx="159274" cy="180558"/>
              </a:xfrm>
              <a:custGeom>
                <a:avLst/>
                <a:gdLst>
                  <a:gd name="connsiteX0" fmla="*/ 159275 w 159274"/>
                  <a:gd name="connsiteY0" fmla="*/ 111848 h 180558"/>
                  <a:gd name="connsiteX1" fmla="*/ 159275 w 159274"/>
                  <a:gd name="connsiteY1" fmla="*/ 117063 h 180558"/>
                  <a:gd name="connsiteX2" fmla="*/ 142622 w 159274"/>
                  <a:gd name="connsiteY2" fmla="*/ 167541 h 180558"/>
                  <a:gd name="connsiteX3" fmla="*/ 85186 w 159274"/>
                  <a:gd name="connsiteY3" fmla="*/ 180558 h 180558"/>
                  <a:gd name="connsiteX4" fmla="*/ 0 w 159274"/>
                  <a:gd name="connsiteY4" fmla="*/ 113264 h 180558"/>
                  <a:gd name="connsiteX5" fmla="*/ 0 w 159274"/>
                  <a:gd name="connsiteY5" fmla="*/ 67294 h 180558"/>
                  <a:gd name="connsiteX6" fmla="*/ 85186 w 159274"/>
                  <a:gd name="connsiteY6" fmla="*/ 0 h 180558"/>
                  <a:gd name="connsiteX7" fmla="*/ 159043 w 159274"/>
                  <a:gd name="connsiteY7" fmla="*/ 58307 h 180558"/>
                  <a:gd name="connsiteX8" fmla="*/ 159043 w 159274"/>
                  <a:gd name="connsiteY8" fmla="*/ 65183 h 180558"/>
                  <a:gd name="connsiteX9" fmla="*/ 109315 w 159274"/>
                  <a:gd name="connsiteY9" fmla="*/ 65183 h 180558"/>
                  <a:gd name="connsiteX10" fmla="*/ 109315 w 159274"/>
                  <a:gd name="connsiteY10" fmla="*/ 58307 h 180558"/>
                  <a:gd name="connsiteX11" fmla="*/ 79876 w 159274"/>
                  <a:gd name="connsiteY11" fmla="*/ 41232 h 180558"/>
                  <a:gd name="connsiteX12" fmla="*/ 49701 w 159274"/>
                  <a:gd name="connsiteY12" fmla="*/ 74892 h 180558"/>
                  <a:gd name="connsiteX13" fmla="*/ 49701 w 159274"/>
                  <a:gd name="connsiteY13" fmla="*/ 102616 h 180558"/>
                  <a:gd name="connsiteX14" fmla="*/ 79876 w 159274"/>
                  <a:gd name="connsiteY14" fmla="*/ 139354 h 180558"/>
                  <a:gd name="connsiteX15" fmla="*/ 109560 w 159274"/>
                  <a:gd name="connsiteY15" fmla="*/ 117091 h 180558"/>
                  <a:gd name="connsiteX16" fmla="*/ 109560 w 159274"/>
                  <a:gd name="connsiteY16" fmla="*/ 111875 h 180558"/>
                  <a:gd name="connsiteX17" fmla="*/ 159275 w 159274"/>
                  <a:gd name="connsiteY17" fmla="*/ 111875 h 180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9274" h="180558">
                    <a:moveTo>
                      <a:pt x="159275" y="111848"/>
                    </a:moveTo>
                    <a:lnTo>
                      <a:pt x="159275" y="117063"/>
                    </a:lnTo>
                    <a:cubicBezTo>
                      <a:pt x="159275" y="136481"/>
                      <a:pt x="159030" y="154019"/>
                      <a:pt x="142622" y="167541"/>
                    </a:cubicBezTo>
                    <a:cubicBezTo>
                      <a:pt x="126200" y="180803"/>
                      <a:pt x="106183" y="180558"/>
                      <a:pt x="85186" y="180558"/>
                    </a:cubicBezTo>
                    <a:cubicBezTo>
                      <a:pt x="35948" y="180558"/>
                      <a:pt x="0" y="178189"/>
                      <a:pt x="0" y="113264"/>
                    </a:cubicBezTo>
                    <a:lnTo>
                      <a:pt x="0" y="67294"/>
                    </a:lnTo>
                    <a:cubicBezTo>
                      <a:pt x="-14" y="8538"/>
                      <a:pt x="32081" y="0"/>
                      <a:pt x="85186" y="0"/>
                    </a:cubicBezTo>
                    <a:cubicBezTo>
                      <a:pt x="134901" y="0"/>
                      <a:pt x="158077" y="4970"/>
                      <a:pt x="159043" y="58307"/>
                    </a:cubicBezTo>
                    <a:lnTo>
                      <a:pt x="159043" y="65183"/>
                    </a:lnTo>
                    <a:lnTo>
                      <a:pt x="109315" y="65183"/>
                    </a:lnTo>
                    <a:lnTo>
                      <a:pt x="109315" y="58307"/>
                    </a:lnTo>
                    <a:cubicBezTo>
                      <a:pt x="107640" y="42430"/>
                      <a:pt x="96284" y="41232"/>
                      <a:pt x="79876" y="41232"/>
                    </a:cubicBezTo>
                    <a:cubicBezTo>
                      <a:pt x="52356" y="41232"/>
                      <a:pt x="49701" y="49538"/>
                      <a:pt x="49701" y="74892"/>
                    </a:cubicBezTo>
                    <a:lnTo>
                      <a:pt x="49701" y="102616"/>
                    </a:lnTo>
                    <a:cubicBezTo>
                      <a:pt x="49701" y="129169"/>
                      <a:pt x="50913" y="139354"/>
                      <a:pt x="79876" y="139354"/>
                    </a:cubicBezTo>
                    <a:cubicBezTo>
                      <a:pt x="99906" y="139354"/>
                      <a:pt x="109560" y="137938"/>
                      <a:pt x="109560" y="117091"/>
                    </a:cubicBezTo>
                    <a:lnTo>
                      <a:pt x="109560" y="111875"/>
                    </a:lnTo>
                    <a:lnTo>
                      <a:pt x="159275" y="111875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2" name="Freeform: Shape 20">
                <a:extLst>
                  <a:ext uri="{FF2B5EF4-FFF2-40B4-BE49-F238E27FC236}">
                    <a16:creationId xmlns:a16="http://schemas.microsoft.com/office/drawing/2014/main" id="{569A2337-6F86-2A77-E48C-ECFDE25F7BF1}"/>
                  </a:ext>
                </a:extLst>
              </p:cNvPr>
              <p:cNvSpPr/>
              <p:nvPr/>
            </p:nvSpPr>
            <p:spPr>
              <a:xfrm>
                <a:off x="4261525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3" name="Freeform: Shape 21">
                <a:extLst>
                  <a:ext uri="{FF2B5EF4-FFF2-40B4-BE49-F238E27FC236}">
                    <a16:creationId xmlns:a16="http://schemas.microsoft.com/office/drawing/2014/main" id="{E24C2617-C0E6-2F9F-270F-C715B1661477}"/>
                  </a:ext>
                </a:extLst>
              </p:cNvPr>
              <p:cNvSpPr/>
              <p:nvPr/>
            </p:nvSpPr>
            <p:spPr>
              <a:xfrm>
                <a:off x="4316564" y="2509643"/>
                <a:ext cx="110540" cy="152126"/>
              </a:xfrm>
              <a:custGeom>
                <a:avLst/>
                <a:gdLst>
                  <a:gd name="connsiteX0" fmla="*/ 104985 w 110540"/>
                  <a:gd name="connsiteY0" fmla="*/ 56142 h 152126"/>
                  <a:gd name="connsiteX1" fmla="*/ 56959 w 110540"/>
                  <a:gd name="connsiteY1" fmla="*/ 56142 h 152126"/>
                  <a:gd name="connsiteX2" fmla="*/ 56959 w 110540"/>
                  <a:gd name="connsiteY2" fmla="*/ 111835 h 152126"/>
                  <a:gd name="connsiteX3" fmla="*/ 66382 w 110540"/>
                  <a:gd name="connsiteY3" fmla="*/ 122265 h 152126"/>
                  <a:gd name="connsiteX4" fmla="*/ 77234 w 110540"/>
                  <a:gd name="connsiteY4" fmla="*/ 106156 h 152126"/>
                  <a:gd name="connsiteX5" fmla="*/ 77479 w 110540"/>
                  <a:gd name="connsiteY5" fmla="*/ 99511 h 152126"/>
                  <a:gd name="connsiteX6" fmla="*/ 110541 w 110540"/>
                  <a:gd name="connsiteY6" fmla="*/ 99511 h 152126"/>
                  <a:gd name="connsiteX7" fmla="*/ 110541 w 110540"/>
                  <a:gd name="connsiteY7" fmla="*/ 110650 h 152126"/>
                  <a:gd name="connsiteX8" fmla="*/ 63958 w 110540"/>
                  <a:gd name="connsiteY8" fmla="*/ 152127 h 152126"/>
                  <a:gd name="connsiteX9" fmla="*/ 15455 w 110540"/>
                  <a:gd name="connsiteY9" fmla="*/ 117526 h 152126"/>
                  <a:gd name="connsiteX10" fmla="*/ 15455 w 110540"/>
                  <a:gd name="connsiteY10" fmla="*/ 56142 h 152126"/>
                  <a:gd name="connsiteX11" fmla="*/ 0 w 110540"/>
                  <a:gd name="connsiteY11" fmla="*/ 56142 h 152126"/>
                  <a:gd name="connsiteX12" fmla="*/ 0 w 110540"/>
                  <a:gd name="connsiteY12" fmla="*/ 26294 h 152126"/>
                  <a:gd name="connsiteX13" fmla="*/ 15455 w 110540"/>
                  <a:gd name="connsiteY13" fmla="*/ 26294 h 152126"/>
                  <a:gd name="connsiteX14" fmla="*/ 15455 w 110540"/>
                  <a:gd name="connsiteY14" fmla="*/ 0 h 152126"/>
                  <a:gd name="connsiteX15" fmla="*/ 56959 w 110540"/>
                  <a:gd name="connsiteY15" fmla="*/ 0 h 152126"/>
                  <a:gd name="connsiteX16" fmla="*/ 56959 w 110540"/>
                  <a:gd name="connsiteY16" fmla="*/ 26294 h 152126"/>
                  <a:gd name="connsiteX17" fmla="*/ 104985 w 110540"/>
                  <a:gd name="connsiteY17" fmla="*/ 26294 h 152126"/>
                  <a:gd name="connsiteX18" fmla="*/ 104985 w 110540"/>
                  <a:gd name="connsiteY18" fmla="*/ 56142 h 15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0540" h="152126">
                    <a:moveTo>
                      <a:pt x="104985" y="56142"/>
                    </a:moveTo>
                    <a:lnTo>
                      <a:pt x="56959" y="56142"/>
                    </a:lnTo>
                    <a:lnTo>
                      <a:pt x="56959" y="111835"/>
                    </a:lnTo>
                    <a:cubicBezTo>
                      <a:pt x="57204" y="119188"/>
                      <a:pt x="58674" y="122265"/>
                      <a:pt x="66382" y="122265"/>
                    </a:cubicBezTo>
                    <a:cubicBezTo>
                      <a:pt x="77234" y="122265"/>
                      <a:pt x="76758" y="114680"/>
                      <a:pt x="77234" y="106156"/>
                    </a:cubicBezTo>
                    <a:lnTo>
                      <a:pt x="77479" y="99511"/>
                    </a:lnTo>
                    <a:lnTo>
                      <a:pt x="110541" y="99511"/>
                    </a:lnTo>
                    <a:lnTo>
                      <a:pt x="110541" y="110650"/>
                    </a:lnTo>
                    <a:cubicBezTo>
                      <a:pt x="110541" y="144542"/>
                      <a:pt x="97741" y="152127"/>
                      <a:pt x="63958" y="152127"/>
                    </a:cubicBezTo>
                    <a:cubicBezTo>
                      <a:pt x="37419" y="152127"/>
                      <a:pt x="15455" y="148804"/>
                      <a:pt x="15455" y="117526"/>
                    </a:cubicBezTo>
                    <a:lnTo>
                      <a:pt x="15455" y="56142"/>
                    </a:lnTo>
                    <a:lnTo>
                      <a:pt x="0" y="56142"/>
                    </a:lnTo>
                    <a:lnTo>
                      <a:pt x="0" y="26294"/>
                    </a:lnTo>
                    <a:lnTo>
                      <a:pt x="15455" y="26294"/>
                    </a:lnTo>
                    <a:lnTo>
                      <a:pt x="15455" y="0"/>
                    </a:lnTo>
                    <a:lnTo>
                      <a:pt x="56959" y="0"/>
                    </a:lnTo>
                    <a:lnTo>
                      <a:pt x="56959" y="26294"/>
                    </a:lnTo>
                    <a:lnTo>
                      <a:pt x="104985" y="26294"/>
                    </a:lnTo>
                    <a:lnTo>
                      <a:pt x="104985" y="5614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4" name="Freeform: Shape 22">
                <a:extLst>
                  <a:ext uri="{FF2B5EF4-FFF2-40B4-BE49-F238E27FC236}">
                    <a16:creationId xmlns:a16="http://schemas.microsoft.com/office/drawing/2014/main" id="{D54B18A9-7A77-493D-FA07-429C12F0BD36}"/>
                  </a:ext>
                </a:extLst>
              </p:cNvPr>
              <p:cNvSpPr/>
              <p:nvPr/>
            </p:nvSpPr>
            <p:spPr>
              <a:xfrm>
                <a:off x="4440599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5" name="Freeform: Shape 23">
                <a:extLst>
                  <a:ext uri="{FF2B5EF4-FFF2-40B4-BE49-F238E27FC236}">
                    <a16:creationId xmlns:a16="http://schemas.microsoft.com/office/drawing/2014/main" id="{9232C664-4C10-2149-DB38-46B08B3D3DD8}"/>
                  </a:ext>
                </a:extLst>
              </p:cNvPr>
              <p:cNvSpPr/>
              <p:nvPr/>
            </p:nvSpPr>
            <p:spPr>
              <a:xfrm>
                <a:off x="4504570" y="2535923"/>
                <a:ext cx="121651" cy="125846"/>
              </a:xfrm>
              <a:custGeom>
                <a:avLst/>
                <a:gdLst>
                  <a:gd name="connsiteX0" fmla="*/ 81333 w 121651"/>
                  <a:gd name="connsiteY0" fmla="*/ 124430 h 125846"/>
                  <a:gd name="connsiteX1" fmla="*/ 82790 w 121651"/>
                  <a:gd name="connsiteY1" fmla="*/ 100492 h 125846"/>
                  <a:gd name="connsiteX2" fmla="*/ 80856 w 121651"/>
                  <a:gd name="connsiteY2" fmla="*/ 100492 h 125846"/>
                  <a:gd name="connsiteX3" fmla="*/ 42961 w 121651"/>
                  <a:gd name="connsiteY3" fmla="*/ 125846 h 125846"/>
                  <a:gd name="connsiteX4" fmla="*/ 0 w 121651"/>
                  <a:gd name="connsiteY4" fmla="*/ 85091 h 125846"/>
                  <a:gd name="connsiteX5" fmla="*/ 0 w 121651"/>
                  <a:gd name="connsiteY5" fmla="*/ 0 h 125846"/>
                  <a:gd name="connsiteX6" fmla="*/ 41517 w 121651"/>
                  <a:gd name="connsiteY6" fmla="*/ 0 h 125846"/>
                  <a:gd name="connsiteX7" fmla="*/ 41517 w 121651"/>
                  <a:gd name="connsiteY7" fmla="*/ 74184 h 125846"/>
                  <a:gd name="connsiteX8" fmla="*/ 56727 w 121651"/>
                  <a:gd name="connsiteY8" fmla="*/ 94555 h 125846"/>
                  <a:gd name="connsiteX9" fmla="*/ 80134 w 121651"/>
                  <a:gd name="connsiteY9" fmla="*/ 76540 h 125846"/>
                  <a:gd name="connsiteX10" fmla="*/ 80134 w 121651"/>
                  <a:gd name="connsiteY10" fmla="*/ 0 h 125846"/>
                  <a:gd name="connsiteX11" fmla="*/ 121652 w 121651"/>
                  <a:gd name="connsiteY11" fmla="*/ 0 h 125846"/>
                  <a:gd name="connsiteX12" fmla="*/ 121652 w 121651"/>
                  <a:gd name="connsiteY12" fmla="*/ 124416 h 125846"/>
                  <a:gd name="connsiteX13" fmla="*/ 81346 w 121651"/>
                  <a:gd name="connsiteY13" fmla="*/ 124416 h 125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651" h="125846">
                    <a:moveTo>
                      <a:pt x="81333" y="124430"/>
                    </a:moveTo>
                    <a:lnTo>
                      <a:pt x="82790" y="100492"/>
                    </a:lnTo>
                    <a:lnTo>
                      <a:pt x="80856" y="100492"/>
                    </a:lnTo>
                    <a:cubicBezTo>
                      <a:pt x="75055" y="119691"/>
                      <a:pt x="60581" y="125846"/>
                      <a:pt x="42961" y="125846"/>
                    </a:cubicBezTo>
                    <a:cubicBezTo>
                      <a:pt x="17865" y="125846"/>
                      <a:pt x="0" y="115416"/>
                      <a:pt x="0" y="85091"/>
                    </a:cubicBez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4184"/>
                    </a:lnTo>
                    <a:cubicBezTo>
                      <a:pt x="41517" y="85554"/>
                      <a:pt x="42729" y="94555"/>
                      <a:pt x="56727" y="94555"/>
                    </a:cubicBezTo>
                    <a:cubicBezTo>
                      <a:pt x="67825" y="94555"/>
                      <a:pt x="80134" y="88863"/>
                      <a:pt x="80134" y="76540"/>
                    </a:cubicBezTo>
                    <a:lnTo>
                      <a:pt x="80134" y="0"/>
                    </a:lnTo>
                    <a:lnTo>
                      <a:pt x="121652" y="0"/>
                    </a:lnTo>
                    <a:lnTo>
                      <a:pt x="121652" y="124416"/>
                    </a:lnTo>
                    <a:lnTo>
                      <a:pt x="81346" y="12441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6" name="Freeform: Shape 24">
                <a:extLst>
                  <a:ext uri="{FF2B5EF4-FFF2-40B4-BE49-F238E27FC236}">
                    <a16:creationId xmlns:a16="http://schemas.microsoft.com/office/drawing/2014/main" id="{4002D7B4-B1BB-DF62-EFEA-E2F5F601F82B}"/>
                  </a:ext>
                </a:extLst>
              </p:cNvPr>
              <p:cNvSpPr/>
              <p:nvPr/>
            </p:nvSpPr>
            <p:spPr>
              <a:xfrm>
                <a:off x="4648403" y="2534548"/>
                <a:ext cx="124048" cy="127235"/>
              </a:xfrm>
              <a:custGeom>
                <a:avLst/>
                <a:gdLst>
                  <a:gd name="connsiteX0" fmla="*/ 78909 w 124048"/>
                  <a:gd name="connsiteY0" fmla="*/ 36711 h 127235"/>
                  <a:gd name="connsiteX1" fmla="*/ 62024 w 124048"/>
                  <a:gd name="connsiteY1" fmla="*/ 26280 h 127235"/>
                  <a:gd name="connsiteX2" fmla="*/ 40292 w 124048"/>
                  <a:gd name="connsiteY2" fmla="*/ 36234 h 127235"/>
                  <a:gd name="connsiteX3" fmla="*/ 62024 w 124048"/>
                  <a:gd name="connsiteY3" fmla="*/ 47128 h 127235"/>
                  <a:gd name="connsiteX4" fmla="*/ 124048 w 124048"/>
                  <a:gd name="connsiteY4" fmla="*/ 85282 h 127235"/>
                  <a:gd name="connsiteX5" fmla="*/ 62024 w 124048"/>
                  <a:gd name="connsiteY5" fmla="*/ 127235 h 127235"/>
                  <a:gd name="connsiteX6" fmla="*/ 0 w 124048"/>
                  <a:gd name="connsiteY6" fmla="*/ 86943 h 127235"/>
                  <a:gd name="connsiteX7" fmla="*/ 41504 w 124048"/>
                  <a:gd name="connsiteY7" fmla="*/ 86943 h 127235"/>
                  <a:gd name="connsiteX8" fmla="*/ 62024 w 124048"/>
                  <a:gd name="connsiteY8" fmla="*/ 100927 h 127235"/>
                  <a:gd name="connsiteX9" fmla="*/ 83743 w 124048"/>
                  <a:gd name="connsiteY9" fmla="*/ 90034 h 127235"/>
                  <a:gd name="connsiteX10" fmla="*/ 62024 w 124048"/>
                  <a:gd name="connsiteY10" fmla="*/ 77725 h 127235"/>
                  <a:gd name="connsiteX11" fmla="*/ 0 w 124048"/>
                  <a:gd name="connsiteY11" fmla="*/ 40755 h 127235"/>
                  <a:gd name="connsiteX12" fmla="*/ 62024 w 124048"/>
                  <a:gd name="connsiteY12" fmla="*/ 0 h 127235"/>
                  <a:gd name="connsiteX13" fmla="*/ 118016 w 124048"/>
                  <a:gd name="connsiteY13" fmla="*/ 30801 h 127235"/>
                  <a:gd name="connsiteX14" fmla="*/ 118016 w 124048"/>
                  <a:gd name="connsiteY14" fmla="*/ 36724 h 127235"/>
                  <a:gd name="connsiteX15" fmla="*/ 78909 w 124048"/>
                  <a:gd name="connsiteY15" fmla="*/ 36724 h 127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4048" h="127235">
                    <a:moveTo>
                      <a:pt x="78909" y="36711"/>
                    </a:moveTo>
                    <a:cubicBezTo>
                      <a:pt x="77479" y="26280"/>
                      <a:pt x="68533" y="26280"/>
                      <a:pt x="62024" y="26280"/>
                    </a:cubicBezTo>
                    <a:cubicBezTo>
                      <a:pt x="40292" y="26280"/>
                      <a:pt x="40292" y="28895"/>
                      <a:pt x="40292" y="36234"/>
                    </a:cubicBezTo>
                    <a:cubicBezTo>
                      <a:pt x="40292" y="42389"/>
                      <a:pt x="40782" y="46665"/>
                      <a:pt x="62024" y="47128"/>
                    </a:cubicBezTo>
                    <a:cubicBezTo>
                      <a:pt x="104985" y="48081"/>
                      <a:pt x="124048" y="50450"/>
                      <a:pt x="124048" y="85282"/>
                    </a:cubicBezTo>
                    <a:cubicBezTo>
                      <a:pt x="124048" y="120114"/>
                      <a:pt x="95317" y="127235"/>
                      <a:pt x="62024" y="127235"/>
                    </a:cubicBezTo>
                    <a:cubicBezTo>
                      <a:pt x="28731" y="127235"/>
                      <a:pt x="0" y="127943"/>
                      <a:pt x="0" y="86943"/>
                    </a:cubicBezTo>
                    <a:lnTo>
                      <a:pt x="41504" y="86943"/>
                    </a:lnTo>
                    <a:cubicBezTo>
                      <a:pt x="41504" y="100927"/>
                      <a:pt x="51880" y="100927"/>
                      <a:pt x="62024" y="100927"/>
                    </a:cubicBezTo>
                    <a:cubicBezTo>
                      <a:pt x="80843" y="100927"/>
                      <a:pt x="83743" y="99756"/>
                      <a:pt x="83743" y="90034"/>
                    </a:cubicBezTo>
                    <a:cubicBezTo>
                      <a:pt x="83743" y="77725"/>
                      <a:pt x="76499" y="77725"/>
                      <a:pt x="62024" y="77725"/>
                    </a:cubicBezTo>
                    <a:cubicBezTo>
                      <a:pt x="9409" y="77725"/>
                      <a:pt x="0" y="66109"/>
                      <a:pt x="0" y="40755"/>
                    </a:cubicBezTo>
                    <a:cubicBezTo>
                      <a:pt x="0" y="708"/>
                      <a:pt x="26784" y="0"/>
                      <a:pt x="62024" y="0"/>
                    </a:cubicBezTo>
                    <a:cubicBezTo>
                      <a:pt x="85186" y="0"/>
                      <a:pt x="118016" y="231"/>
                      <a:pt x="118016" y="30801"/>
                    </a:cubicBezTo>
                    <a:lnTo>
                      <a:pt x="118016" y="36724"/>
                    </a:lnTo>
                    <a:lnTo>
                      <a:pt x="78909" y="36724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7" name="Freeform: Shape 25">
                <a:extLst>
                  <a:ext uri="{FF2B5EF4-FFF2-40B4-BE49-F238E27FC236}">
                    <a16:creationId xmlns:a16="http://schemas.microsoft.com/office/drawing/2014/main" id="{F5011718-133E-257E-1F8D-9B3967E8DE68}"/>
                  </a:ext>
                </a:extLst>
              </p:cNvPr>
              <p:cNvSpPr/>
              <p:nvPr/>
            </p:nvSpPr>
            <p:spPr>
              <a:xfrm>
                <a:off x="4780418" y="2482641"/>
                <a:ext cx="143356" cy="177712"/>
              </a:xfrm>
              <a:custGeom>
                <a:avLst/>
                <a:gdLst>
                  <a:gd name="connsiteX0" fmla="*/ 94609 w 143356"/>
                  <a:gd name="connsiteY0" fmla="*/ 177712 h 177712"/>
                  <a:gd name="connsiteX1" fmla="*/ 46338 w 143356"/>
                  <a:gd name="connsiteY1" fmla="*/ 177712 h 177712"/>
                  <a:gd name="connsiteX2" fmla="*/ 46338 w 143356"/>
                  <a:gd name="connsiteY2" fmla="*/ 41218 h 177712"/>
                  <a:gd name="connsiteX3" fmla="*/ 0 w 143356"/>
                  <a:gd name="connsiteY3" fmla="*/ 41218 h 177712"/>
                  <a:gd name="connsiteX4" fmla="*/ 0 w 143356"/>
                  <a:gd name="connsiteY4" fmla="*/ 0 h 177712"/>
                  <a:gd name="connsiteX5" fmla="*/ 143357 w 143356"/>
                  <a:gd name="connsiteY5" fmla="*/ 0 h 177712"/>
                  <a:gd name="connsiteX6" fmla="*/ 143357 w 143356"/>
                  <a:gd name="connsiteY6" fmla="*/ 41218 h 177712"/>
                  <a:gd name="connsiteX7" fmla="*/ 94609 w 143356"/>
                  <a:gd name="connsiteY7" fmla="*/ 41218 h 177712"/>
                  <a:gd name="connsiteX8" fmla="*/ 94609 w 143356"/>
                  <a:gd name="connsiteY8" fmla="*/ 177712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3356" h="177712">
                    <a:moveTo>
                      <a:pt x="94609" y="177712"/>
                    </a:moveTo>
                    <a:lnTo>
                      <a:pt x="46338" y="177712"/>
                    </a:lnTo>
                    <a:lnTo>
                      <a:pt x="46338" y="41218"/>
                    </a:lnTo>
                    <a:lnTo>
                      <a:pt x="0" y="41218"/>
                    </a:lnTo>
                    <a:lnTo>
                      <a:pt x="0" y="0"/>
                    </a:lnTo>
                    <a:lnTo>
                      <a:pt x="143357" y="0"/>
                    </a:lnTo>
                    <a:lnTo>
                      <a:pt x="143357" y="41218"/>
                    </a:lnTo>
                    <a:lnTo>
                      <a:pt x="94609" y="41218"/>
                    </a:lnTo>
                    <a:lnTo>
                      <a:pt x="94609" y="17771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8" name="Freeform: Shape 26">
                <a:extLst>
                  <a:ext uri="{FF2B5EF4-FFF2-40B4-BE49-F238E27FC236}">
                    <a16:creationId xmlns:a16="http://schemas.microsoft.com/office/drawing/2014/main" id="{E06AE1D5-8025-FF8A-2642-5616D7D281A8}"/>
                  </a:ext>
                </a:extLst>
              </p:cNvPr>
              <p:cNvSpPr/>
              <p:nvPr/>
            </p:nvSpPr>
            <p:spPr>
              <a:xfrm>
                <a:off x="4917525" y="2534521"/>
                <a:ext cx="123830" cy="127248"/>
              </a:xfrm>
              <a:custGeom>
                <a:avLst/>
                <a:gdLst>
                  <a:gd name="connsiteX0" fmla="*/ 82313 w 123830"/>
                  <a:gd name="connsiteY0" fmla="*/ 48108 h 127248"/>
                  <a:gd name="connsiteX1" fmla="*/ 61303 w 123830"/>
                  <a:gd name="connsiteY1" fmla="*/ 28432 h 127248"/>
                  <a:gd name="connsiteX2" fmla="*/ 41517 w 123830"/>
                  <a:gd name="connsiteY2" fmla="*/ 48108 h 127248"/>
                  <a:gd name="connsiteX3" fmla="*/ 82313 w 123830"/>
                  <a:gd name="connsiteY3" fmla="*/ 48108 h 127248"/>
                  <a:gd name="connsiteX4" fmla="*/ 123817 w 123830"/>
                  <a:gd name="connsiteY4" fmla="*/ 84369 h 127248"/>
                  <a:gd name="connsiteX5" fmla="*/ 106674 w 123830"/>
                  <a:gd name="connsiteY5" fmla="*/ 119909 h 127248"/>
                  <a:gd name="connsiteX6" fmla="*/ 62024 w 123830"/>
                  <a:gd name="connsiteY6" fmla="*/ 127249 h 127248"/>
                  <a:gd name="connsiteX7" fmla="*/ 0 w 123830"/>
                  <a:gd name="connsiteY7" fmla="*/ 63740 h 127248"/>
                  <a:gd name="connsiteX8" fmla="*/ 62024 w 123830"/>
                  <a:gd name="connsiteY8" fmla="*/ 0 h 127248"/>
                  <a:gd name="connsiteX9" fmla="*/ 123817 w 123830"/>
                  <a:gd name="connsiteY9" fmla="*/ 63740 h 127248"/>
                  <a:gd name="connsiteX10" fmla="*/ 123817 w 123830"/>
                  <a:gd name="connsiteY10" fmla="*/ 70617 h 127248"/>
                  <a:gd name="connsiteX11" fmla="*/ 41517 w 123830"/>
                  <a:gd name="connsiteY11" fmla="*/ 70617 h 127248"/>
                  <a:gd name="connsiteX12" fmla="*/ 62024 w 123830"/>
                  <a:gd name="connsiteY12" fmla="*/ 98803 h 127248"/>
                  <a:gd name="connsiteX13" fmla="*/ 83035 w 123830"/>
                  <a:gd name="connsiteY13" fmla="*/ 84356 h 127248"/>
                  <a:gd name="connsiteX14" fmla="*/ 123831 w 123830"/>
                  <a:gd name="connsiteY14" fmla="*/ 84356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3830" h="127248">
                    <a:moveTo>
                      <a:pt x="82313" y="48108"/>
                    </a:moveTo>
                    <a:cubicBezTo>
                      <a:pt x="82313" y="29616"/>
                      <a:pt x="75301" y="28432"/>
                      <a:pt x="61303" y="28432"/>
                    </a:cubicBezTo>
                    <a:cubicBezTo>
                      <a:pt x="46583" y="28432"/>
                      <a:pt x="41994" y="31754"/>
                      <a:pt x="41517" y="48108"/>
                    </a:cubicBezTo>
                    <a:lnTo>
                      <a:pt x="82313" y="48108"/>
                    </a:lnTo>
                    <a:close/>
                    <a:moveTo>
                      <a:pt x="123817" y="84369"/>
                    </a:moveTo>
                    <a:cubicBezTo>
                      <a:pt x="123817" y="103093"/>
                      <a:pt x="117540" y="113754"/>
                      <a:pt x="106674" y="119909"/>
                    </a:cubicBezTo>
                    <a:cubicBezTo>
                      <a:pt x="95807" y="125833"/>
                      <a:pt x="80366" y="127249"/>
                      <a:pt x="62024" y="127249"/>
                    </a:cubicBezTo>
                    <a:cubicBezTo>
                      <a:pt x="12064" y="127249"/>
                      <a:pt x="0" y="110187"/>
                      <a:pt x="0" y="63740"/>
                    </a:cubicBezTo>
                    <a:cubicBezTo>
                      <a:pt x="0" y="17293"/>
                      <a:pt x="11098" y="0"/>
                      <a:pt x="62024" y="0"/>
                    </a:cubicBezTo>
                    <a:cubicBezTo>
                      <a:pt x="109574" y="0"/>
                      <a:pt x="123817" y="13031"/>
                      <a:pt x="123817" y="63740"/>
                    </a:cubicBezTo>
                    <a:lnTo>
                      <a:pt x="123817" y="70617"/>
                    </a:lnTo>
                    <a:lnTo>
                      <a:pt x="41517" y="70617"/>
                    </a:lnTo>
                    <a:cubicBezTo>
                      <a:pt x="41517" y="92403"/>
                      <a:pt x="44894" y="98803"/>
                      <a:pt x="62024" y="98803"/>
                    </a:cubicBezTo>
                    <a:cubicBezTo>
                      <a:pt x="74824" y="98803"/>
                      <a:pt x="83035" y="97387"/>
                      <a:pt x="83035" y="84356"/>
                    </a:cubicBezTo>
                    <a:lnTo>
                      <a:pt x="123831" y="8435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9" name="Freeform: Shape 27">
                <a:extLst>
                  <a:ext uri="{FF2B5EF4-FFF2-40B4-BE49-F238E27FC236}">
                    <a16:creationId xmlns:a16="http://schemas.microsoft.com/office/drawing/2014/main" id="{D3EB1DB8-88D6-4FDC-C640-F359C8CCD48F}"/>
                  </a:ext>
                </a:extLst>
              </p:cNvPr>
              <p:cNvSpPr/>
              <p:nvPr/>
            </p:nvSpPr>
            <p:spPr>
              <a:xfrm>
                <a:off x="5056306" y="2534521"/>
                <a:ext cx="121883" cy="127248"/>
              </a:xfrm>
              <a:custGeom>
                <a:avLst/>
                <a:gdLst>
                  <a:gd name="connsiteX0" fmla="*/ 121883 w 121883"/>
                  <a:gd name="connsiteY0" fmla="*/ 76077 h 127248"/>
                  <a:gd name="connsiteX1" fmla="*/ 107885 w 121883"/>
                  <a:gd name="connsiteY1" fmla="*/ 118956 h 127248"/>
                  <a:gd name="connsiteX2" fmla="*/ 60581 w 121883"/>
                  <a:gd name="connsiteY2" fmla="*/ 127249 h 127248"/>
                  <a:gd name="connsiteX3" fmla="*/ 0 w 121883"/>
                  <a:gd name="connsiteY3" fmla="*/ 63740 h 127248"/>
                  <a:gd name="connsiteX4" fmla="*/ 60581 w 121883"/>
                  <a:gd name="connsiteY4" fmla="*/ 0 h 127248"/>
                  <a:gd name="connsiteX5" fmla="*/ 121883 w 121883"/>
                  <a:gd name="connsiteY5" fmla="*/ 48094 h 127248"/>
                  <a:gd name="connsiteX6" fmla="*/ 80352 w 121883"/>
                  <a:gd name="connsiteY6" fmla="*/ 48094 h 127248"/>
                  <a:gd name="connsiteX7" fmla="*/ 76975 w 121883"/>
                  <a:gd name="connsiteY7" fmla="*/ 34818 h 127248"/>
                  <a:gd name="connsiteX8" fmla="*/ 60567 w 121883"/>
                  <a:gd name="connsiteY8" fmla="*/ 31250 h 127248"/>
                  <a:gd name="connsiteX9" fmla="*/ 41504 w 121883"/>
                  <a:gd name="connsiteY9" fmla="*/ 63726 h 127248"/>
                  <a:gd name="connsiteX10" fmla="*/ 60567 w 121883"/>
                  <a:gd name="connsiteY10" fmla="*/ 95957 h 127248"/>
                  <a:gd name="connsiteX11" fmla="*/ 80352 w 121883"/>
                  <a:gd name="connsiteY11" fmla="*/ 76050 h 127248"/>
                  <a:gd name="connsiteX12" fmla="*/ 121883 w 121883"/>
                  <a:gd name="connsiteY12" fmla="*/ 76050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1883" h="127248">
                    <a:moveTo>
                      <a:pt x="121883" y="76077"/>
                    </a:moveTo>
                    <a:cubicBezTo>
                      <a:pt x="121883" y="99293"/>
                      <a:pt x="117785" y="112093"/>
                      <a:pt x="107885" y="118956"/>
                    </a:cubicBezTo>
                    <a:cubicBezTo>
                      <a:pt x="98231" y="126064"/>
                      <a:pt x="83021" y="127249"/>
                      <a:pt x="60581" y="127249"/>
                    </a:cubicBezTo>
                    <a:cubicBezTo>
                      <a:pt x="11588" y="127249"/>
                      <a:pt x="0" y="112788"/>
                      <a:pt x="0" y="63740"/>
                    </a:cubicBezTo>
                    <a:cubicBezTo>
                      <a:pt x="0" y="21555"/>
                      <a:pt x="8701" y="0"/>
                      <a:pt x="60581" y="0"/>
                    </a:cubicBezTo>
                    <a:cubicBezTo>
                      <a:pt x="97019" y="0"/>
                      <a:pt x="121883" y="3785"/>
                      <a:pt x="121883" y="48094"/>
                    </a:cubicBezTo>
                    <a:lnTo>
                      <a:pt x="80352" y="48094"/>
                    </a:lnTo>
                    <a:cubicBezTo>
                      <a:pt x="80597" y="41463"/>
                      <a:pt x="79889" y="37432"/>
                      <a:pt x="76975" y="34818"/>
                    </a:cubicBezTo>
                    <a:cubicBezTo>
                      <a:pt x="74075" y="32217"/>
                      <a:pt x="69255" y="31250"/>
                      <a:pt x="60567" y="31250"/>
                    </a:cubicBezTo>
                    <a:cubicBezTo>
                      <a:pt x="45848" y="31250"/>
                      <a:pt x="41504" y="35295"/>
                      <a:pt x="41504" y="63726"/>
                    </a:cubicBezTo>
                    <a:cubicBezTo>
                      <a:pt x="41504" y="92158"/>
                      <a:pt x="44881" y="95957"/>
                      <a:pt x="60567" y="95957"/>
                    </a:cubicBezTo>
                    <a:cubicBezTo>
                      <a:pt x="79386" y="95957"/>
                      <a:pt x="80352" y="91450"/>
                      <a:pt x="80352" y="76050"/>
                    </a:cubicBezTo>
                    <a:lnTo>
                      <a:pt x="121883" y="760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0" name="Freeform: Shape 28">
                <a:extLst>
                  <a:ext uri="{FF2B5EF4-FFF2-40B4-BE49-F238E27FC236}">
                    <a16:creationId xmlns:a16="http://schemas.microsoft.com/office/drawing/2014/main" id="{A77D25E6-B75C-111B-AB86-95CEB170C2EA}"/>
                  </a:ext>
                </a:extLst>
              </p:cNvPr>
              <p:cNvSpPr/>
              <p:nvPr/>
            </p:nvSpPr>
            <p:spPr>
              <a:xfrm>
                <a:off x="5197022" y="2482641"/>
                <a:ext cx="121883" cy="177726"/>
              </a:xfrm>
              <a:custGeom>
                <a:avLst/>
                <a:gdLst>
                  <a:gd name="connsiteX0" fmla="*/ 41504 w 121883"/>
                  <a:gd name="connsiteY0" fmla="*/ 76526 h 177726"/>
                  <a:gd name="connsiteX1" fmla="*/ 43192 w 121883"/>
                  <a:gd name="connsiteY1" fmla="*/ 76526 h 177726"/>
                  <a:gd name="connsiteX2" fmla="*/ 81088 w 121883"/>
                  <a:gd name="connsiteY2" fmla="*/ 51893 h 177726"/>
                  <a:gd name="connsiteX3" fmla="*/ 121883 w 121883"/>
                  <a:gd name="connsiteY3" fmla="*/ 91709 h 177726"/>
                  <a:gd name="connsiteX4" fmla="*/ 121883 w 121883"/>
                  <a:gd name="connsiteY4" fmla="*/ 177726 h 177726"/>
                  <a:gd name="connsiteX5" fmla="*/ 80366 w 121883"/>
                  <a:gd name="connsiteY5" fmla="*/ 177726 h 177726"/>
                  <a:gd name="connsiteX6" fmla="*/ 80366 w 121883"/>
                  <a:gd name="connsiteY6" fmla="*/ 101173 h 177726"/>
                  <a:gd name="connsiteX7" fmla="*/ 63236 w 121883"/>
                  <a:gd name="connsiteY7" fmla="*/ 83158 h 177726"/>
                  <a:gd name="connsiteX8" fmla="*/ 41517 w 121883"/>
                  <a:gd name="connsiteY8" fmla="*/ 109234 h 177726"/>
                  <a:gd name="connsiteX9" fmla="*/ 41517 w 121883"/>
                  <a:gd name="connsiteY9" fmla="*/ 177726 h 177726"/>
                  <a:gd name="connsiteX10" fmla="*/ 0 w 121883"/>
                  <a:gd name="connsiteY10" fmla="*/ 177726 h 177726"/>
                  <a:gd name="connsiteX11" fmla="*/ 0 w 121883"/>
                  <a:gd name="connsiteY11" fmla="*/ 0 h 177726"/>
                  <a:gd name="connsiteX12" fmla="*/ 41517 w 121883"/>
                  <a:gd name="connsiteY12" fmla="*/ 0 h 177726"/>
                  <a:gd name="connsiteX13" fmla="*/ 41517 w 121883"/>
                  <a:gd name="connsiteY13" fmla="*/ 76526 h 177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883" h="177726">
                    <a:moveTo>
                      <a:pt x="41504" y="76526"/>
                    </a:moveTo>
                    <a:lnTo>
                      <a:pt x="43192" y="76526"/>
                    </a:lnTo>
                    <a:cubicBezTo>
                      <a:pt x="49225" y="56864"/>
                      <a:pt x="61548" y="51893"/>
                      <a:pt x="81088" y="51893"/>
                    </a:cubicBezTo>
                    <a:cubicBezTo>
                      <a:pt x="109084" y="51893"/>
                      <a:pt x="121883" y="64925"/>
                      <a:pt x="121883" y="91709"/>
                    </a:cubicBezTo>
                    <a:lnTo>
                      <a:pt x="121883" y="177726"/>
                    </a:lnTo>
                    <a:lnTo>
                      <a:pt x="80366" y="177726"/>
                    </a:lnTo>
                    <a:lnTo>
                      <a:pt x="80366" y="101173"/>
                    </a:lnTo>
                    <a:cubicBezTo>
                      <a:pt x="80134" y="89095"/>
                      <a:pt x="76744" y="83158"/>
                      <a:pt x="63236" y="83158"/>
                    </a:cubicBezTo>
                    <a:cubicBezTo>
                      <a:pt x="44663" y="83158"/>
                      <a:pt x="41517" y="94065"/>
                      <a:pt x="41517" y="109234"/>
                    </a:cubicBezTo>
                    <a:lnTo>
                      <a:pt x="41517" y="177726"/>
                    </a:lnTo>
                    <a:lnTo>
                      <a:pt x="0" y="177726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652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DF80B5F-C2D9-8CD4-544E-33915DFA75B3}"/>
                </a:ext>
              </a:extLst>
            </p:cNvPr>
            <p:cNvGrpSpPr/>
            <p:nvPr/>
          </p:nvGrpSpPr>
          <p:grpSpPr>
            <a:xfrm>
              <a:off x="3824442" y="2481552"/>
              <a:ext cx="179889" cy="179891"/>
              <a:chOff x="3824442" y="2481552"/>
              <a:chExt cx="179889" cy="179891"/>
            </a:xfrm>
          </p:grpSpPr>
          <p:sp>
            <p:nvSpPr>
              <p:cNvPr id="18" name="Freeform: Shape 7">
                <a:extLst>
                  <a:ext uri="{FF2B5EF4-FFF2-40B4-BE49-F238E27FC236}">
                    <a16:creationId xmlns:a16="http://schemas.microsoft.com/office/drawing/2014/main" id="{2B2D36AA-6B92-9A3A-3263-500AAD741F75}"/>
                  </a:ext>
                </a:extLst>
              </p:cNvPr>
              <p:cNvSpPr/>
              <p:nvPr/>
            </p:nvSpPr>
            <p:spPr>
              <a:xfrm>
                <a:off x="382444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0">
                <a:extLst>
                  <a:ext uri="{FF2B5EF4-FFF2-40B4-BE49-F238E27FC236}">
                    <a16:creationId xmlns:a16="http://schemas.microsoft.com/office/drawing/2014/main" id="{8CC54508-6CBF-6176-AE13-70528A0150B3}"/>
                  </a:ext>
                </a:extLst>
              </p:cNvPr>
              <p:cNvSpPr/>
              <p:nvPr/>
            </p:nvSpPr>
            <p:spPr>
              <a:xfrm>
                <a:off x="3887569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1">
                <a:extLst>
                  <a:ext uri="{FF2B5EF4-FFF2-40B4-BE49-F238E27FC236}">
                    <a16:creationId xmlns:a16="http://schemas.microsoft.com/office/drawing/2014/main" id="{819FEB1C-B091-9A78-1337-6FC14BE99461}"/>
                  </a:ext>
                </a:extLst>
              </p:cNvPr>
              <p:cNvSpPr/>
              <p:nvPr/>
            </p:nvSpPr>
            <p:spPr>
              <a:xfrm>
                <a:off x="395068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" name="Freeform: Shape 13">
                <a:extLst>
                  <a:ext uri="{FF2B5EF4-FFF2-40B4-BE49-F238E27FC236}">
                    <a16:creationId xmlns:a16="http://schemas.microsoft.com/office/drawing/2014/main" id="{DD25B61F-4EF1-91A9-63C5-D0AD64CD13BA}"/>
                  </a:ext>
                </a:extLst>
              </p:cNvPr>
              <p:cNvSpPr/>
              <p:nvPr/>
            </p:nvSpPr>
            <p:spPr>
              <a:xfrm>
                <a:off x="382444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14">
                <a:extLst>
                  <a:ext uri="{FF2B5EF4-FFF2-40B4-BE49-F238E27FC236}">
                    <a16:creationId xmlns:a16="http://schemas.microsoft.com/office/drawing/2014/main" id="{4D8959B0-2194-5751-E75C-95AA60F5F88D}"/>
                  </a:ext>
                </a:extLst>
              </p:cNvPr>
              <p:cNvSpPr/>
              <p:nvPr/>
            </p:nvSpPr>
            <p:spPr>
              <a:xfrm>
                <a:off x="3887569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15">
                <a:extLst>
                  <a:ext uri="{FF2B5EF4-FFF2-40B4-BE49-F238E27FC236}">
                    <a16:creationId xmlns:a16="http://schemas.microsoft.com/office/drawing/2014/main" id="{8141DA5A-5927-64A0-B528-9BD86903D678}"/>
                  </a:ext>
                </a:extLst>
              </p:cNvPr>
              <p:cNvSpPr/>
              <p:nvPr/>
            </p:nvSpPr>
            <p:spPr>
              <a:xfrm>
                <a:off x="395068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16">
                <a:extLst>
                  <a:ext uri="{FF2B5EF4-FFF2-40B4-BE49-F238E27FC236}">
                    <a16:creationId xmlns:a16="http://schemas.microsoft.com/office/drawing/2014/main" id="{F6758B50-5AEA-5C31-C08F-9478887DB35C}"/>
                  </a:ext>
                </a:extLst>
              </p:cNvPr>
              <p:cNvSpPr/>
              <p:nvPr/>
            </p:nvSpPr>
            <p:spPr>
              <a:xfrm>
                <a:off x="382444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" name="Freeform: Shape 17">
                <a:extLst>
                  <a:ext uri="{FF2B5EF4-FFF2-40B4-BE49-F238E27FC236}">
                    <a16:creationId xmlns:a16="http://schemas.microsoft.com/office/drawing/2014/main" id="{1EE6B67A-7A78-89C1-DC20-09F7344BFE3A}"/>
                  </a:ext>
                </a:extLst>
              </p:cNvPr>
              <p:cNvSpPr/>
              <p:nvPr/>
            </p:nvSpPr>
            <p:spPr>
              <a:xfrm>
                <a:off x="3887569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" name="Freeform: Shape 18">
                <a:extLst>
                  <a:ext uri="{FF2B5EF4-FFF2-40B4-BE49-F238E27FC236}">
                    <a16:creationId xmlns:a16="http://schemas.microsoft.com/office/drawing/2014/main" id="{62521FC9-1F3F-4D42-CE42-F825728FC617}"/>
                  </a:ext>
                </a:extLst>
              </p:cNvPr>
              <p:cNvSpPr/>
              <p:nvPr/>
            </p:nvSpPr>
            <p:spPr>
              <a:xfrm>
                <a:off x="395068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33364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ite_Content_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AE8B7343-557D-F25B-8BBC-0F148C4E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40" y="308506"/>
            <a:ext cx="8669120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FD12A8C-5D71-1C71-45D3-B27211CBDB50}"/>
              </a:ext>
            </a:extLst>
          </p:cNvPr>
          <p:cNvSpPr txBox="1">
            <a:spLocks/>
          </p:cNvSpPr>
          <p:nvPr userDrawn="1"/>
        </p:nvSpPr>
        <p:spPr>
          <a:xfrm>
            <a:off x="8757480" y="4806255"/>
            <a:ext cx="14908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37A3306-72CE-48AC-9363-0EAE74D66663}" type="slidenum">
              <a:rPr lang="en-IN" sz="800" smtClean="0">
                <a:solidFill>
                  <a:schemeClr val="bg1"/>
                </a:solidFill>
              </a:rPr>
              <a:pPr algn="r"/>
              <a:t>‹#›</a:t>
            </a:fld>
            <a:endParaRPr lang="en-IN" sz="800">
              <a:solidFill>
                <a:schemeClr val="bg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82DAC0-0608-87E0-C8C9-A253D58150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8125" y="668257"/>
            <a:ext cx="8667750" cy="15234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+mn-lt"/>
                <a:cs typeface="Bai Jamjuree" panose="00000500000000000000" pitchFamily="2" charset="-34"/>
              </a:defRPr>
            </a:lvl1pPr>
            <a:lvl2pPr marL="342900" indent="0">
              <a:buNone/>
              <a:defRPr sz="1100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2pPr>
            <a:lvl3pPr marL="685800" indent="0">
              <a:buNone/>
              <a:defRPr sz="1100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3pPr>
            <a:lvl4pPr marL="1028700" indent="0">
              <a:buNone/>
              <a:defRPr sz="1100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4pPr>
            <a:lvl5pPr marL="1371600" indent="0">
              <a:buNone/>
              <a:defRPr sz="1100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D53730B-2F97-B7F6-9293-25BB825A1754}"/>
              </a:ext>
            </a:extLst>
          </p:cNvPr>
          <p:cNvGrpSpPr/>
          <p:nvPr userDrawn="1"/>
        </p:nvGrpSpPr>
        <p:grpSpPr>
          <a:xfrm>
            <a:off x="237440" y="4803368"/>
            <a:ext cx="1042720" cy="125998"/>
            <a:chOff x="3824442" y="2481198"/>
            <a:chExt cx="1494463" cy="180585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E6E23B2-982F-CAC6-028A-52280A13D5A5}"/>
                </a:ext>
              </a:extLst>
            </p:cNvPr>
            <p:cNvGrpSpPr/>
            <p:nvPr/>
          </p:nvGrpSpPr>
          <p:grpSpPr>
            <a:xfrm>
              <a:off x="4083922" y="2481198"/>
              <a:ext cx="1234983" cy="180585"/>
              <a:chOff x="4083922" y="2481198"/>
              <a:chExt cx="1234983" cy="180585"/>
            </a:xfrm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A8A3A70A-C1DB-04CD-EF5E-7452C76059EF}"/>
                  </a:ext>
                </a:extLst>
              </p:cNvPr>
              <p:cNvSpPr/>
              <p:nvPr/>
            </p:nvSpPr>
            <p:spPr>
              <a:xfrm>
                <a:off x="4083922" y="2481198"/>
                <a:ext cx="159274" cy="180558"/>
              </a:xfrm>
              <a:custGeom>
                <a:avLst/>
                <a:gdLst>
                  <a:gd name="connsiteX0" fmla="*/ 159275 w 159274"/>
                  <a:gd name="connsiteY0" fmla="*/ 111848 h 180558"/>
                  <a:gd name="connsiteX1" fmla="*/ 159275 w 159274"/>
                  <a:gd name="connsiteY1" fmla="*/ 117063 h 180558"/>
                  <a:gd name="connsiteX2" fmla="*/ 142622 w 159274"/>
                  <a:gd name="connsiteY2" fmla="*/ 167541 h 180558"/>
                  <a:gd name="connsiteX3" fmla="*/ 85186 w 159274"/>
                  <a:gd name="connsiteY3" fmla="*/ 180558 h 180558"/>
                  <a:gd name="connsiteX4" fmla="*/ 0 w 159274"/>
                  <a:gd name="connsiteY4" fmla="*/ 113264 h 180558"/>
                  <a:gd name="connsiteX5" fmla="*/ 0 w 159274"/>
                  <a:gd name="connsiteY5" fmla="*/ 67294 h 180558"/>
                  <a:gd name="connsiteX6" fmla="*/ 85186 w 159274"/>
                  <a:gd name="connsiteY6" fmla="*/ 0 h 180558"/>
                  <a:gd name="connsiteX7" fmla="*/ 159043 w 159274"/>
                  <a:gd name="connsiteY7" fmla="*/ 58307 h 180558"/>
                  <a:gd name="connsiteX8" fmla="*/ 159043 w 159274"/>
                  <a:gd name="connsiteY8" fmla="*/ 65183 h 180558"/>
                  <a:gd name="connsiteX9" fmla="*/ 109315 w 159274"/>
                  <a:gd name="connsiteY9" fmla="*/ 65183 h 180558"/>
                  <a:gd name="connsiteX10" fmla="*/ 109315 w 159274"/>
                  <a:gd name="connsiteY10" fmla="*/ 58307 h 180558"/>
                  <a:gd name="connsiteX11" fmla="*/ 79876 w 159274"/>
                  <a:gd name="connsiteY11" fmla="*/ 41232 h 180558"/>
                  <a:gd name="connsiteX12" fmla="*/ 49701 w 159274"/>
                  <a:gd name="connsiteY12" fmla="*/ 74892 h 180558"/>
                  <a:gd name="connsiteX13" fmla="*/ 49701 w 159274"/>
                  <a:gd name="connsiteY13" fmla="*/ 102616 h 180558"/>
                  <a:gd name="connsiteX14" fmla="*/ 79876 w 159274"/>
                  <a:gd name="connsiteY14" fmla="*/ 139354 h 180558"/>
                  <a:gd name="connsiteX15" fmla="*/ 109560 w 159274"/>
                  <a:gd name="connsiteY15" fmla="*/ 117091 h 180558"/>
                  <a:gd name="connsiteX16" fmla="*/ 109560 w 159274"/>
                  <a:gd name="connsiteY16" fmla="*/ 111875 h 180558"/>
                  <a:gd name="connsiteX17" fmla="*/ 159275 w 159274"/>
                  <a:gd name="connsiteY17" fmla="*/ 111875 h 180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9274" h="180558">
                    <a:moveTo>
                      <a:pt x="159275" y="111848"/>
                    </a:moveTo>
                    <a:lnTo>
                      <a:pt x="159275" y="117063"/>
                    </a:lnTo>
                    <a:cubicBezTo>
                      <a:pt x="159275" y="136481"/>
                      <a:pt x="159030" y="154019"/>
                      <a:pt x="142622" y="167541"/>
                    </a:cubicBezTo>
                    <a:cubicBezTo>
                      <a:pt x="126200" y="180803"/>
                      <a:pt x="106183" y="180558"/>
                      <a:pt x="85186" y="180558"/>
                    </a:cubicBezTo>
                    <a:cubicBezTo>
                      <a:pt x="35948" y="180558"/>
                      <a:pt x="0" y="178189"/>
                      <a:pt x="0" y="113264"/>
                    </a:cubicBezTo>
                    <a:lnTo>
                      <a:pt x="0" y="67294"/>
                    </a:lnTo>
                    <a:cubicBezTo>
                      <a:pt x="-14" y="8538"/>
                      <a:pt x="32081" y="0"/>
                      <a:pt x="85186" y="0"/>
                    </a:cubicBezTo>
                    <a:cubicBezTo>
                      <a:pt x="134901" y="0"/>
                      <a:pt x="158077" y="4970"/>
                      <a:pt x="159043" y="58307"/>
                    </a:cubicBezTo>
                    <a:lnTo>
                      <a:pt x="159043" y="65183"/>
                    </a:lnTo>
                    <a:lnTo>
                      <a:pt x="109315" y="65183"/>
                    </a:lnTo>
                    <a:lnTo>
                      <a:pt x="109315" y="58307"/>
                    </a:lnTo>
                    <a:cubicBezTo>
                      <a:pt x="107640" y="42430"/>
                      <a:pt x="96284" y="41232"/>
                      <a:pt x="79876" y="41232"/>
                    </a:cubicBezTo>
                    <a:cubicBezTo>
                      <a:pt x="52356" y="41232"/>
                      <a:pt x="49701" y="49538"/>
                      <a:pt x="49701" y="74892"/>
                    </a:cubicBezTo>
                    <a:lnTo>
                      <a:pt x="49701" y="102616"/>
                    </a:lnTo>
                    <a:cubicBezTo>
                      <a:pt x="49701" y="129169"/>
                      <a:pt x="50913" y="139354"/>
                      <a:pt x="79876" y="139354"/>
                    </a:cubicBezTo>
                    <a:cubicBezTo>
                      <a:pt x="99906" y="139354"/>
                      <a:pt x="109560" y="137938"/>
                      <a:pt x="109560" y="117091"/>
                    </a:cubicBezTo>
                    <a:lnTo>
                      <a:pt x="109560" y="111875"/>
                    </a:lnTo>
                    <a:lnTo>
                      <a:pt x="159275" y="111875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2A04F082-DD24-6800-E25A-480917DE93BE}"/>
                  </a:ext>
                </a:extLst>
              </p:cNvPr>
              <p:cNvSpPr/>
              <p:nvPr/>
            </p:nvSpPr>
            <p:spPr>
              <a:xfrm>
                <a:off x="4261525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CE5B06EC-F18A-EDE1-BD39-0FA45B72FE16}"/>
                  </a:ext>
                </a:extLst>
              </p:cNvPr>
              <p:cNvSpPr/>
              <p:nvPr/>
            </p:nvSpPr>
            <p:spPr>
              <a:xfrm>
                <a:off x="4316564" y="2509643"/>
                <a:ext cx="110540" cy="152126"/>
              </a:xfrm>
              <a:custGeom>
                <a:avLst/>
                <a:gdLst>
                  <a:gd name="connsiteX0" fmla="*/ 104985 w 110540"/>
                  <a:gd name="connsiteY0" fmla="*/ 56142 h 152126"/>
                  <a:gd name="connsiteX1" fmla="*/ 56959 w 110540"/>
                  <a:gd name="connsiteY1" fmla="*/ 56142 h 152126"/>
                  <a:gd name="connsiteX2" fmla="*/ 56959 w 110540"/>
                  <a:gd name="connsiteY2" fmla="*/ 111835 h 152126"/>
                  <a:gd name="connsiteX3" fmla="*/ 66382 w 110540"/>
                  <a:gd name="connsiteY3" fmla="*/ 122265 h 152126"/>
                  <a:gd name="connsiteX4" fmla="*/ 77234 w 110540"/>
                  <a:gd name="connsiteY4" fmla="*/ 106156 h 152126"/>
                  <a:gd name="connsiteX5" fmla="*/ 77479 w 110540"/>
                  <a:gd name="connsiteY5" fmla="*/ 99511 h 152126"/>
                  <a:gd name="connsiteX6" fmla="*/ 110541 w 110540"/>
                  <a:gd name="connsiteY6" fmla="*/ 99511 h 152126"/>
                  <a:gd name="connsiteX7" fmla="*/ 110541 w 110540"/>
                  <a:gd name="connsiteY7" fmla="*/ 110650 h 152126"/>
                  <a:gd name="connsiteX8" fmla="*/ 63958 w 110540"/>
                  <a:gd name="connsiteY8" fmla="*/ 152127 h 152126"/>
                  <a:gd name="connsiteX9" fmla="*/ 15455 w 110540"/>
                  <a:gd name="connsiteY9" fmla="*/ 117526 h 152126"/>
                  <a:gd name="connsiteX10" fmla="*/ 15455 w 110540"/>
                  <a:gd name="connsiteY10" fmla="*/ 56142 h 152126"/>
                  <a:gd name="connsiteX11" fmla="*/ 0 w 110540"/>
                  <a:gd name="connsiteY11" fmla="*/ 56142 h 152126"/>
                  <a:gd name="connsiteX12" fmla="*/ 0 w 110540"/>
                  <a:gd name="connsiteY12" fmla="*/ 26294 h 152126"/>
                  <a:gd name="connsiteX13" fmla="*/ 15455 w 110540"/>
                  <a:gd name="connsiteY13" fmla="*/ 26294 h 152126"/>
                  <a:gd name="connsiteX14" fmla="*/ 15455 w 110540"/>
                  <a:gd name="connsiteY14" fmla="*/ 0 h 152126"/>
                  <a:gd name="connsiteX15" fmla="*/ 56959 w 110540"/>
                  <a:gd name="connsiteY15" fmla="*/ 0 h 152126"/>
                  <a:gd name="connsiteX16" fmla="*/ 56959 w 110540"/>
                  <a:gd name="connsiteY16" fmla="*/ 26294 h 152126"/>
                  <a:gd name="connsiteX17" fmla="*/ 104985 w 110540"/>
                  <a:gd name="connsiteY17" fmla="*/ 26294 h 152126"/>
                  <a:gd name="connsiteX18" fmla="*/ 104985 w 110540"/>
                  <a:gd name="connsiteY18" fmla="*/ 56142 h 15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0540" h="152126">
                    <a:moveTo>
                      <a:pt x="104985" y="56142"/>
                    </a:moveTo>
                    <a:lnTo>
                      <a:pt x="56959" y="56142"/>
                    </a:lnTo>
                    <a:lnTo>
                      <a:pt x="56959" y="111835"/>
                    </a:lnTo>
                    <a:cubicBezTo>
                      <a:pt x="57204" y="119188"/>
                      <a:pt x="58674" y="122265"/>
                      <a:pt x="66382" y="122265"/>
                    </a:cubicBezTo>
                    <a:cubicBezTo>
                      <a:pt x="77234" y="122265"/>
                      <a:pt x="76758" y="114680"/>
                      <a:pt x="77234" y="106156"/>
                    </a:cubicBezTo>
                    <a:lnTo>
                      <a:pt x="77479" y="99511"/>
                    </a:lnTo>
                    <a:lnTo>
                      <a:pt x="110541" y="99511"/>
                    </a:lnTo>
                    <a:lnTo>
                      <a:pt x="110541" y="110650"/>
                    </a:lnTo>
                    <a:cubicBezTo>
                      <a:pt x="110541" y="144542"/>
                      <a:pt x="97741" y="152127"/>
                      <a:pt x="63958" y="152127"/>
                    </a:cubicBezTo>
                    <a:cubicBezTo>
                      <a:pt x="37419" y="152127"/>
                      <a:pt x="15455" y="148804"/>
                      <a:pt x="15455" y="117526"/>
                    </a:cubicBezTo>
                    <a:lnTo>
                      <a:pt x="15455" y="56142"/>
                    </a:lnTo>
                    <a:lnTo>
                      <a:pt x="0" y="56142"/>
                    </a:lnTo>
                    <a:lnTo>
                      <a:pt x="0" y="26294"/>
                    </a:lnTo>
                    <a:lnTo>
                      <a:pt x="15455" y="26294"/>
                    </a:lnTo>
                    <a:lnTo>
                      <a:pt x="15455" y="0"/>
                    </a:lnTo>
                    <a:lnTo>
                      <a:pt x="56959" y="0"/>
                    </a:lnTo>
                    <a:lnTo>
                      <a:pt x="56959" y="26294"/>
                    </a:lnTo>
                    <a:lnTo>
                      <a:pt x="104985" y="26294"/>
                    </a:lnTo>
                    <a:lnTo>
                      <a:pt x="104985" y="5614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0A64CE0C-ABAF-EFC0-3755-8EBA131DB70D}"/>
                  </a:ext>
                </a:extLst>
              </p:cNvPr>
              <p:cNvSpPr/>
              <p:nvPr/>
            </p:nvSpPr>
            <p:spPr>
              <a:xfrm>
                <a:off x="4440599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B8226576-2CC0-13F7-9834-DDBF3A316212}"/>
                  </a:ext>
                </a:extLst>
              </p:cNvPr>
              <p:cNvSpPr/>
              <p:nvPr/>
            </p:nvSpPr>
            <p:spPr>
              <a:xfrm>
                <a:off x="4504570" y="2535923"/>
                <a:ext cx="121651" cy="125846"/>
              </a:xfrm>
              <a:custGeom>
                <a:avLst/>
                <a:gdLst>
                  <a:gd name="connsiteX0" fmla="*/ 81333 w 121651"/>
                  <a:gd name="connsiteY0" fmla="*/ 124430 h 125846"/>
                  <a:gd name="connsiteX1" fmla="*/ 82790 w 121651"/>
                  <a:gd name="connsiteY1" fmla="*/ 100492 h 125846"/>
                  <a:gd name="connsiteX2" fmla="*/ 80856 w 121651"/>
                  <a:gd name="connsiteY2" fmla="*/ 100492 h 125846"/>
                  <a:gd name="connsiteX3" fmla="*/ 42961 w 121651"/>
                  <a:gd name="connsiteY3" fmla="*/ 125846 h 125846"/>
                  <a:gd name="connsiteX4" fmla="*/ 0 w 121651"/>
                  <a:gd name="connsiteY4" fmla="*/ 85091 h 125846"/>
                  <a:gd name="connsiteX5" fmla="*/ 0 w 121651"/>
                  <a:gd name="connsiteY5" fmla="*/ 0 h 125846"/>
                  <a:gd name="connsiteX6" fmla="*/ 41517 w 121651"/>
                  <a:gd name="connsiteY6" fmla="*/ 0 h 125846"/>
                  <a:gd name="connsiteX7" fmla="*/ 41517 w 121651"/>
                  <a:gd name="connsiteY7" fmla="*/ 74184 h 125846"/>
                  <a:gd name="connsiteX8" fmla="*/ 56727 w 121651"/>
                  <a:gd name="connsiteY8" fmla="*/ 94555 h 125846"/>
                  <a:gd name="connsiteX9" fmla="*/ 80134 w 121651"/>
                  <a:gd name="connsiteY9" fmla="*/ 76540 h 125846"/>
                  <a:gd name="connsiteX10" fmla="*/ 80134 w 121651"/>
                  <a:gd name="connsiteY10" fmla="*/ 0 h 125846"/>
                  <a:gd name="connsiteX11" fmla="*/ 121652 w 121651"/>
                  <a:gd name="connsiteY11" fmla="*/ 0 h 125846"/>
                  <a:gd name="connsiteX12" fmla="*/ 121652 w 121651"/>
                  <a:gd name="connsiteY12" fmla="*/ 124416 h 125846"/>
                  <a:gd name="connsiteX13" fmla="*/ 81346 w 121651"/>
                  <a:gd name="connsiteY13" fmla="*/ 124416 h 125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651" h="125846">
                    <a:moveTo>
                      <a:pt x="81333" y="124430"/>
                    </a:moveTo>
                    <a:lnTo>
                      <a:pt x="82790" y="100492"/>
                    </a:lnTo>
                    <a:lnTo>
                      <a:pt x="80856" y="100492"/>
                    </a:lnTo>
                    <a:cubicBezTo>
                      <a:pt x="75055" y="119691"/>
                      <a:pt x="60581" y="125846"/>
                      <a:pt x="42961" y="125846"/>
                    </a:cubicBezTo>
                    <a:cubicBezTo>
                      <a:pt x="17865" y="125846"/>
                      <a:pt x="0" y="115416"/>
                      <a:pt x="0" y="85091"/>
                    </a:cubicBez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4184"/>
                    </a:lnTo>
                    <a:cubicBezTo>
                      <a:pt x="41517" y="85554"/>
                      <a:pt x="42729" y="94555"/>
                      <a:pt x="56727" y="94555"/>
                    </a:cubicBezTo>
                    <a:cubicBezTo>
                      <a:pt x="67825" y="94555"/>
                      <a:pt x="80134" y="88863"/>
                      <a:pt x="80134" y="76540"/>
                    </a:cubicBezTo>
                    <a:lnTo>
                      <a:pt x="80134" y="0"/>
                    </a:lnTo>
                    <a:lnTo>
                      <a:pt x="121652" y="0"/>
                    </a:lnTo>
                    <a:lnTo>
                      <a:pt x="121652" y="124416"/>
                    </a:lnTo>
                    <a:lnTo>
                      <a:pt x="81346" y="12441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2E2B87F1-416A-8F49-FF56-E35A26EB51BB}"/>
                  </a:ext>
                </a:extLst>
              </p:cNvPr>
              <p:cNvSpPr/>
              <p:nvPr/>
            </p:nvSpPr>
            <p:spPr>
              <a:xfrm>
                <a:off x="4648403" y="2534548"/>
                <a:ext cx="124048" cy="127235"/>
              </a:xfrm>
              <a:custGeom>
                <a:avLst/>
                <a:gdLst>
                  <a:gd name="connsiteX0" fmla="*/ 78909 w 124048"/>
                  <a:gd name="connsiteY0" fmla="*/ 36711 h 127235"/>
                  <a:gd name="connsiteX1" fmla="*/ 62024 w 124048"/>
                  <a:gd name="connsiteY1" fmla="*/ 26280 h 127235"/>
                  <a:gd name="connsiteX2" fmla="*/ 40292 w 124048"/>
                  <a:gd name="connsiteY2" fmla="*/ 36234 h 127235"/>
                  <a:gd name="connsiteX3" fmla="*/ 62024 w 124048"/>
                  <a:gd name="connsiteY3" fmla="*/ 47128 h 127235"/>
                  <a:gd name="connsiteX4" fmla="*/ 124048 w 124048"/>
                  <a:gd name="connsiteY4" fmla="*/ 85282 h 127235"/>
                  <a:gd name="connsiteX5" fmla="*/ 62024 w 124048"/>
                  <a:gd name="connsiteY5" fmla="*/ 127235 h 127235"/>
                  <a:gd name="connsiteX6" fmla="*/ 0 w 124048"/>
                  <a:gd name="connsiteY6" fmla="*/ 86943 h 127235"/>
                  <a:gd name="connsiteX7" fmla="*/ 41504 w 124048"/>
                  <a:gd name="connsiteY7" fmla="*/ 86943 h 127235"/>
                  <a:gd name="connsiteX8" fmla="*/ 62024 w 124048"/>
                  <a:gd name="connsiteY8" fmla="*/ 100927 h 127235"/>
                  <a:gd name="connsiteX9" fmla="*/ 83743 w 124048"/>
                  <a:gd name="connsiteY9" fmla="*/ 90034 h 127235"/>
                  <a:gd name="connsiteX10" fmla="*/ 62024 w 124048"/>
                  <a:gd name="connsiteY10" fmla="*/ 77725 h 127235"/>
                  <a:gd name="connsiteX11" fmla="*/ 0 w 124048"/>
                  <a:gd name="connsiteY11" fmla="*/ 40755 h 127235"/>
                  <a:gd name="connsiteX12" fmla="*/ 62024 w 124048"/>
                  <a:gd name="connsiteY12" fmla="*/ 0 h 127235"/>
                  <a:gd name="connsiteX13" fmla="*/ 118016 w 124048"/>
                  <a:gd name="connsiteY13" fmla="*/ 30801 h 127235"/>
                  <a:gd name="connsiteX14" fmla="*/ 118016 w 124048"/>
                  <a:gd name="connsiteY14" fmla="*/ 36724 h 127235"/>
                  <a:gd name="connsiteX15" fmla="*/ 78909 w 124048"/>
                  <a:gd name="connsiteY15" fmla="*/ 36724 h 127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4048" h="127235">
                    <a:moveTo>
                      <a:pt x="78909" y="36711"/>
                    </a:moveTo>
                    <a:cubicBezTo>
                      <a:pt x="77479" y="26280"/>
                      <a:pt x="68533" y="26280"/>
                      <a:pt x="62024" y="26280"/>
                    </a:cubicBezTo>
                    <a:cubicBezTo>
                      <a:pt x="40292" y="26280"/>
                      <a:pt x="40292" y="28895"/>
                      <a:pt x="40292" y="36234"/>
                    </a:cubicBezTo>
                    <a:cubicBezTo>
                      <a:pt x="40292" y="42389"/>
                      <a:pt x="40782" y="46665"/>
                      <a:pt x="62024" y="47128"/>
                    </a:cubicBezTo>
                    <a:cubicBezTo>
                      <a:pt x="104985" y="48081"/>
                      <a:pt x="124048" y="50450"/>
                      <a:pt x="124048" y="85282"/>
                    </a:cubicBezTo>
                    <a:cubicBezTo>
                      <a:pt x="124048" y="120114"/>
                      <a:pt x="95317" y="127235"/>
                      <a:pt x="62024" y="127235"/>
                    </a:cubicBezTo>
                    <a:cubicBezTo>
                      <a:pt x="28731" y="127235"/>
                      <a:pt x="0" y="127943"/>
                      <a:pt x="0" y="86943"/>
                    </a:cubicBezTo>
                    <a:lnTo>
                      <a:pt x="41504" y="86943"/>
                    </a:lnTo>
                    <a:cubicBezTo>
                      <a:pt x="41504" y="100927"/>
                      <a:pt x="51880" y="100927"/>
                      <a:pt x="62024" y="100927"/>
                    </a:cubicBezTo>
                    <a:cubicBezTo>
                      <a:pt x="80843" y="100927"/>
                      <a:pt x="83743" y="99756"/>
                      <a:pt x="83743" y="90034"/>
                    </a:cubicBezTo>
                    <a:cubicBezTo>
                      <a:pt x="83743" y="77725"/>
                      <a:pt x="76499" y="77725"/>
                      <a:pt x="62024" y="77725"/>
                    </a:cubicBezTo>
                    <a:cubicBezTo>
                      <a:pt x="9409" y="77725"/>
                      <a:pt x="0" y="66109"/>
                      <a:pt x="0" y="40755"/>
                    </a:cubicBezTo>
                    <a:cubicBezTo>
                      <a:pt x="0" y="708"/>
                      <a:pt x="26784" y="0"/>
                      <a:pt x="62024" y="0"/>
                    </a:cubicBezTo>
                    <a:cubicBezTo>
                      <a:pt x="85186" y="0"/>
                      <a:pt x="118016" y="231"/>
                      <a:pt x="118016" y="30801"/>
                    </a:cubicBezTo>
                    <a:lnTo>
                      <a:pt x="118016" y="36724"/>
                    </a:lnTo>
                    <a:lnTo>
                      <a:pt x="78909" y="36724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23F2877C-BA27-A9AE-FE1E-9E74673906AF}"/>
                  </a:ext>
                </a:extLst>
              </p:cNvPr>
              <p:cNvSpPr/>
              <p:nvPr/>
            </p:nvSpPr>
            <p:spPr>
              <a:xfrm>
                <a:off x="4780418" y="2482641"/>
                <a:ext cx="143356" cy="177712"/>
              </a:xfrm>
              <a:custGeom>
                <a:avLst/>
                <a:gdLst>
                  <a:gd name="connsiteX0" fmla="*/ 94609 w 143356"/>
                  <a:gd name="connsiteY0" fmla="*/ 177712 h 177712"/>
                  <a:gd name="connsiteX1" fmla="*/ 46338 w 143356"/>
                  <a:gd name="connsiteY1" fmla="*/ 177712 h 177712"/>
                  <a:gd name="connsiteX2" fmla="*/ 46338 w 143356"/>
                  <a:gd name="connsiteY2" fmla="*/ 41218 h 177712"/>
                  <a:gd name="connsiteX3" fmla="*/ 0 w 143356"/>
                  <a:gd name="connsiteY3" fmla="*/ 41218 h 177712"/>
                  <a:gd name="connsiteX4" fmla="*/ 0 w 143356"/>
                  <a:gd name="connsiteY4" fmla="*/ 0 h 177712"/>
                  <a:gd name="connsiteX5" fmla="*/ 143357 w 143356"/>
                  <a:gd name="connsiteY5" fmla="*/ 0 h 177712"/>
                  <a:gd name="connsiteX6" fmla="*/ 143357 w 143356"/>
                  <a:gd name="connsiteY6" fmla="*/ 41218 h 177712"/>
                  <a:gd name="connsiteX7" fmla="*/ 94609 w 143356"/>
                  <a:gd name="connsiteY7" fmla="*/ 41218 h 177712"/>
                  <a:gd name="connsiteX8" fmla="*/ 94609 w 143356"/>
                  <a:gd name="connsiteY8" fmla="*/ 177712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3356" h="177712">
                    <a:moveTo>
                      <a:pt x="94609" y="177712"/>
                    </a:moveTo>
                    <a:lnTo>
                      <a:pt x="46338" y="177712"/>
                    </a:lnTo>
                    <a:lnTo>
                      <a:pt x="46338" y="41218"/>
                    </a:lnTo>
                    <a:lnTo>
                      <a:pt x="0" y="41218"/>
                    </a:lnTo>
                    <a:lnTo>
                      <a:pt x="0" y="0"/>
                    </a:lnTo>
                    <a:lnTo>
                      <a:pt x="143357" y="0"/>
                    </a:lnTo>
                    <a:lnTo>
                      <a:pt x="143357" y="41218"/>
                    </a:lnTo>
                    <a:lnTo>
                      <a:pt x="94609" y="41218"/>
                    </a:lnTo>
                    <a:lnTo>
                      <a:pt x="94609" y="17771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146EEB5E-3E39-0FEB-19F2-080A1B59374B}"/>
                  </a:ext>
                </a:extLst>
              </p:cNvPr>
              <p:cNvSpPr/>
              <p:nvPr/>
            </p:nvSpPr>
            <p:spPr>
              <a:xfrm>
                <a:off x="4917525" y="2534521"/>
                <a:ext cx="123830" cy="127248"/>
              </a:xfrm>
              <a:custGeom>
                <a:avLst/>
                <a:gdLst>
                  <a:gd name="connsiteX0" fmla="*/ 82313 w 123830"/>
                  <a:gd name="connsiteY0" fmla="*/ 48108 h 127248"/>
                  <a:gd name="connsiteX1" fmla="*/ 61303 w 123830"/>
                  <a:gd name="connsiteY1" fmla="*/ 28432 h 127248"/>
                  <a:gd name="connsiteX2" fmla="*/ 41517 w 123830"/>
                  <a:gd name="connsiteY2" fmla="*/ 48108 h 127248"/>
                  <a:gd name="connsiteX3" fmla="*/ 82313 w 123830"/>
                  <a:gd name="connsiteY3" fmla="*/ 48108 h 127248"/>
                  <a:gd name="connsiteX4" fmla="*/ 123817 w 123830"/>
                  <a:gd name="connsiteY4" fmla="*/ 84369 h 127248"/>
                  <a:gd name="connsiteX5" fmla="*/ 106674 w 123830"/>
                  <a:gd name="connsiteY5" fmla="*/ 119909 h 127248"/>
                  <a:gd name="connsiteX6" fmla="*/ 62024 w 123830"/>
                  <a:gd name="connsiteY6" fmla="*/ 127249 h 127248"/>
                  <a:gd name="connsiteX7" fmla="*/ 0 w 123830"/>
                  <a:gd name="connsiteY7" fmla="*/ 63740 h 127248"/>
                  <a:gd name="connsiteX8" fmla="*/ 62024 w 123830"/>
                  <a:gd name="connsiteY8" fmla="*/ 0 h 127248"/>
                  <a:gd name="connsiteX9" fmla="*/ 123817 w 123830"/>
                  <a:gd name="connsiteY9" fmla="*/ 63740 h 127248"/>
                  <a:gd name="connsiteX10" fmla="*/ 123817 w 123830"/>
                  <a:gd name="connsiteY10" fmla="*/ 70617 h 127248"/>
                  <a:gd name="connsiteX11" fmla="*/ 41517 w 123830"/>
                  <a:gd name="connsiteY11" fmla="*/ 70617 h 127248"/>
                  <a:gd name="connsiteX12" fmla="*/ 62024 w 123830"/>
                  <a:gd name="connsiteY12" fmla="*/ 98803 h 127248"/>
                  <a:gd name="connsiteX13" fmla="*/ 83035 w 123830"/>
                  <a:gd name="connsiteY13" fmla="*/ 84356 h 127248"/>
                  <a:gd name="connsiteX14" fmla="*/ 123831 w 123830"/>
                  <a:gd name="connsiteY14" fmla="*/ 84356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3830" h="127248">
                    <a:moveTo>
                      <a:pt x="82313" y="48108"/>
                    </a:moveTo>
                    <a:cubicBezTo>
                      <a:pt x="82313" y="29616"/>
                      <a:pt x="75301" y="28432"/>
                      <a:pt x="61303" y="28432"/>
                    </a:cubicBezTo>
                    <a:cubicBezTo>
                      <a:pt x="46583" y="28432"/>
                      <a:pt x="41994" y="31754"/>
                      <a:pt x="41517" y="48108"/>
                    </a:cubicBezTo>
                    <a:lnTo>
                      <a:pt x="82313" y="48108"/>
                    </a:lnTo>
                    <a:close/>
                    <a:moveTo>
                      <a:pt x="123817" y="84369"/>
                    </a:moveTo>
                    <a:cubicBezTo>
                      <a:pt x="123817" y="103093"/>
                      <a:pt x="117540" y="113754"/>
                      <a:pt x="106674" y="119909"/>
                    </a:cubicBezTo>
                    <a:cubicBezTo>
                      <a:pt x="95807" y="125833"/>
                      <a:pt x="80366" y="127249"/>
                      <a:pt x="62024" y="127249"/>
                    </a:cubicBezTo>
                    <a:cubicBezTo>
                      <a:pt x="12064" y="127249"/>
                      <a:pt x="0" y="110187"/>
                      <a:pt x="0" y="63740"/>
                    </a:cubicBezTo>
                    <a:cubicBezTo>
                      <a:pt x="0" y="17293"/>
                      <a:pt x="11098" y="0"/>
                      <a:pt x="62024" y="0"/>
                    </a:cubicBezTo>
                    <a:cubicBezTo>
                      <a:pt x="109574" y="0"/>
                      <a:pt x="123817" y="13031"/>
                      <a:pt x="123817" y="63740"/>
                    </a:cubicBezTo>
                    <a:lnTo>
                      <a:pt x="123817" y="70617"/>
                    </a:lnTo>
                    <a:lnTo>
                      <a:pt x="41517" y="70617"/>
                    </a:lnTo>
                    <a:cubicBezTo>
                      <a:pt x="41517" y="92403"/>
                      <a:pt x="44894" y="98803"/>
                      <a:pt x="62024" y="98803"/>
                    </a:cubicBezTo>
                    <a:cubicBezTo>
                      <a:pt x="74824" y="98803"/>
                      <a:pt x="83035" y="97387"/>
                      <a:pt x="83035" y="84356"/>
                    </a:cubicBezTo>
                    <a:lnTo>
                      <a:pt x="123831" y="8435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E5C2A3C5-9F71-325D-9DDC-A9A8CEDCA50A}"/>
                  </a:ext>
                </a:extLst>
              </p:cNvPr>
              <p:cNvSpPr/>
              <p:nvPr/>
            </p:nvSpPr>
            <p:spPr>
              <a:xfrm>
                <a:off x="5056306" y="2534521"/>
                <a:ext cx="121883" cy="127248"/>
              </a:xfrm>
              <a:custGeom>
                <a:avLst/>
                <a:gdLst>
                  <a:gd name="connsiteX0" fmla="*/ 121883 w 121883"/>
                  <a:gd name="connsiteY0" fmla="*/ 76077 h 127248"/>
                  <a:gd name="connsiteX1" fmla="*/ 107885 w 121883"/>
                  <a:gd name="connsiteY1" fmla="*/ 118956 h 127248"/>
                  <a:gd name="connsiteX2" fmla="*/ 60581 w 121883"/>
                  <a:gd name="connsiteY2" fmla="*/ 127249 h 127248"/>
                  <a:gd name="connsiteX3" fmla="*/ 0 w 121883"/>
                  <a:gd name="connsiteY3" fmla="*/ 63740 h 127248"/>
                  <a:gd name="connsiteX4" fmla="*/ 60581 w 121883"/>
                  <a:gd name="connsiteY4" fmla="*/ 0 h 127248"/>
                  <a:gd name="connsiteX5" fmla="*/ 121883 w 121883"/>
                  <a:gd name="connsiteY5" fmla="*/ 48094 h 127248"/>
                  <a:gd name="connsiteX6" fmla="*/ 80352 w 121883"/>
                  <a:gd name="connsiteY6" fmla="*/ 48094 h 127248"/>
                  <a:gd name="connsiteX7" fmla="*/ 76975 w 121883"/>
                  <a:gd name="connsiteY7" fmla="*/ 34818 h 127248"/>
                  <a:gd name="connsiteX8" fmla="*/ 60567 w 121883"/>
                  <a:gd name="connsiteY8" fmla="*/ 31250 h 127248"/>
                  <a:gd name="connsiteX9" fmla="*/ 41504 w 121883"/>
                  <a:gd name="connsiteY9" fmla="*/ 63726 h 127248"/>
                  <a:gd name="connsiteX10" fmla="*/ 60567 w 121883"/>
                  <a:gd name="connsiteY10" fmla="*/ 95957 h 127248"/>
                  <a:gd name="connsiteX11" fmla="*/ 80352 w 121883"/>
                  <a:gd name="connsiteY11" fmla="*/ 76050 h 127248"/>
                  <a:gd name="connsiteX12" fmla="*/ 121883 w 121883"/>
                  <a:gd name="connsiteY12" fmla="*/ 76050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1883" h="127248">
                    <a:moveTo>
                      <a:pt x="121883" y="76077"/>
                    </a:moveTo>
                    <a:cubicBezTo>
                      <a:pt x="121883" y="99293"/>
                      <a:pt x="117785" y="112093"/>
                      <a:pt x="107885" y="118956"/>
                    </a:cubicBezTo>
                    <a:cubicBezTo>
                      <a:pt x="98231" y="126064"/>
                      <a:pt x="83021" y="127249"/>
                      <a:pt x="60581" y="127249"/>
                    </a:cubicBezTo>
                    <a:cubicBezTo>
                      <a:pt x="11588" y="127249"/>
                      <a:pt x="0" y="112788"/>
                      <a:pt x="0" y="63740"/>
                    </a:cubicBezTo>
                    <a:cubicBezTo>
                      <a:pt x="0" y="21555"/>
                      <a:pt x="8701" y="0"/>
                      <a:pt x="60581" y="0"/>
                    </a:cubicBezTo>
                    <a:cubicBezTo>
                      <a:pt x="97019" y="0"/>
                      <a:pt x="121883" y="3785"/>
                      <a:pt x="121883" y="48094"/>
                    </a:cubicBezTo>
                    <a:lnTo>
                      <a:pt x="80352" y="48094"/>
                    </a:lnTo>
                    <a:cubicBezTo>
                      <a:pt x="80597" y="41463"/>
                      <a:pt x="79889" y="37432"/>
                      <a:pt x="76975" y="34818"/>
                    </a:cubicBezTo>
                    <a:cubicBezTo>
                      <a:pt x="74075" y="32217"/>
                      <a:pt x="69255" y="31250"/>
                      <a:pt x="60567" y="31250"/>
                    </a:cubicBezTo>
                    <a:cubicBezTo>
                      <a:pt x="45848" y="31250"/>
                      <a:pt x="41504" y="35295"/>
                      <a:pt x="41504" y="63726"/>
                    </a:cubicBezTo>
                    <a:cubicBezTo>
                      <a:pt x="41504" y="92158"/>
                      <a:pt x="44881" y="95957"/>
                      <a:pt x="60567" y="95957"/>
                    </a:cubicBezTo>
                    <a:cubicBezTo>
                      <a:pt x="79386" y="95957"/>
                      <a:pt x="80352" y="91450"/>
                      <a:pt x="80352" y="76050"/>
                    </a:cubicBezTo>
                    <a:lnTo>
                      <a:pt x="121883" y="760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BDCD7C77-CC66-3285-F634-8C484411B06D}"/>
                  </a:ext>
                </a:extLst>
              </p:cNvPr>
              <p:cNvSpPr/>
              <p:nvPr/>
            </p:nvSpPr>
            <p:spPr>
              <a:xfrm>
                <a:off x="5197022" y="2482641"/>
                <a:ext cx="121883" cy="177726"/>
              </a:xfrm>
              <a:custGeom>
                <a:avLst/>
                <a:gdLst>
                  <a:gd name="connsiteX0" fmla="*/ 41504 w 121883"/>
                  <a:gd name="connsiteY0" fmla="*/ 76526 h 177726"/>
                  <a:gd name="connsiteX1" fmla="*/ 43192 w 121883"/>
                  <a:gd name="connsiteY1" fmla="*/ 76526 h 177726"/>
                  <a:gd name="connsiteX2" fmla="*/ 81088 w 121883"/>
                  <a:gd name="connsiteY2" fmla="*/ 51893 h 177726"/>
                  <a:gd name="connsiteX3" fmla="*/ 121883 w 121883"/>
                  <a:gd name="connsiteY3" fmla="*/ 91709 h 177726"/>
                  <a:gd name="connsiteX4" fmla="*/ 121883 w 121883"/>
                  <a:gd name="connsiteY4" fmla="*/ 177726 h 177726"/>
                  <a:gd name="connsiteX5" fmla="*/ 80366 w 121883"/>
                  <a:gd name="connsiteY5" fmla="*/ 177726 h 177726"/>
                  <a:gd name="connsiteX6" fmla="*/ 80366 w 121883"/>
                  <a:gd name="connsiteY6" fmla="*/ 101173 h 177726"/>
                  <a:gd name="connsiteX7" fmla="*/ 63236 w 121883"/>
                  <a:gd name="connsiteY7" fmla="*/ 83158 h 177726"/>
                  <a:gd name="connsiteX8" fmla="*/ 41517 w 121883"/>
                  <a:gd name="connsiteY8" fmla="*/ 109234 h 177726"/>
                  <a:gd name="connsiteX9" fmla="*/ 41517 w 121883"/>
                  <a:gd name="connsiteY9" fmla="*/ 177726 h 177726"/>
                  <a:gd name="connsiteX10" fmla="*/ 0 w 121883"/>
                  <a:gd name="connsiteY10" fmla="*/ 177726 h 177726"/>
                  <a:gd name="connsiteX11" fmla="*/ 0 w 121883"/>
                  <a:gd name="connsiteY11" fmla="*/ 0 h 177726"/>
                  <a:gd name="connsiteX12" fmla="*/ 41517 w 121883"/>
                  <a:gd name="connsiteY12" fmla="*/ 0 h 177726"/>
                  <a:gd name="connsiteX13" fmla="*/ 41517 w 121883"/>
                  <a:gd name="connsiteY13" fmla="*/ 76526 h 177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883" h="177726">
                    <a:moveTo>
                      <a:pt x="41504" y="76526"/>
                    </a:moveTo>
                    <a:lnTo>
                      <a:pt x="43192" y="76526"/>
                    </a:lnTo>
                    <a:cubicBezTo>
                      <a:pt x="49225" y="56864"/>
                      <a:pt x="61548" y="51893"/>
                      <a:pt x="81088" y="51893"/>
                    </a:cubicBezTo>
                    <a:cubicBezTo>
                      <a:pt x="109084" y="51893"/>
                      <a:pt x="121883" y="64925"/>
                      <a:pt x="121883" y="91709"/>
                    </a:cubicBezTo>
                    <a:lnTo>
                      <a:pt x="121883" y="177726"/>
                    </a:lnTo>
                    <a:lnTo>
                      <a:pt x="80366" y="177726"/>
                    </a:lnTo>
                    <a:lnTo>
                      <a:pt x="80366" y="101173"/>
                    </a:lnTo>
                    <a:cubicBezTo>
                      <a:pt x="80134" y="89095"/>
                      <a:pt x="76744" y="83158"/>
                      <a:pt x="63236" y="83158"/>
                    </a:cubicBezTo>
                    <a:cubicBezTo>
                      <a:pt x="44663" y="83158"/>
                      <a:pt x="41517" y="94065"/>
                      <a:pt x="41517" y="109234"/>
                    </a:cubicBezTo>
                    <a:lnTo>
                      <a:pt x="41517" y="177726"/>
                    </a:lnTo>
                    <a:lnTo>
                      <a:pt x="0" y="177726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652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EB49B0F-1161-F6AC-3317-B087FE964A54}"/>
                </a:ext>
              </a:extLst>
            </p:cNvPr>
            <p:cNvGrpSpPr/>
            <p:nvPr/>
          </p:nvGrpSpPr>
          <p:grpSpPr>
            <a:xfrm>
              <a:off x="3824442" y="2481552"/>
              <a:ext cx="179889" cy="179891"/>
              <a:chOff x="3824442" y="2481552"/>
              <a:chExt cx="179889" cy="179891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68237FAE-5333-87A5-529D-15F45488CD39}"/>
                  </a:ext>
                </a:extLst>
              </p:cNvPr>
              <p:cNvSpPr/>
              <p:nvPr/>
            </p:nvSpPr>
            <p:spPr>
              <a:xfrm>
                <a:off x="382444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2A59DE41-0D09-1109-6A14-387740616AB3}"/>
                  </a:ext>
                </a:extLst>
              </p:cNvPr>
              <p:cNvSpPr/>
              <p:nvPr/>
            </p:nvSpPr>
            <p:spPr>
              <a:xfrm>
                <a:off x="3887569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98D8C7B-60FB-B014-AC51-45954572A60D}"/>
                  </a:ext>
                </a:extLst>
              </p:cNvPr>
              <p:cNvSpPr/>
              <p:nvPr/>
            </p:nvSpPr>
            <p:spPr>
              <a:xfrm>
                <a:off x="395068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B0AB01AE-9C45-08AA-370B-8DC872B33356}"/>
                  </a:ext>
                </a:extLst>
              </p:cNvPr>
              <p:cNvSpPr/>
              <p:nvPr/>
            </p:nvSpPr>
            <p:spPr>
              <a:xfrm>
                <a:off x="382444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7DB82112-00A9-F854-7422-DFA53CA53869}"/>
                  </a:ext>
                </a:extLst>
              </p:cNvPr>
              <p:cNvSpPr/>
              <p:nvPr/>
            </p:nvSpPr>
            <p:spPr>
              <a:xfrm>
                <a:off x="3887569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FF9B526C-AA40-6150-A481-726C5D40A020}"/>
                  </a:ext>
                </a:extLst>
              </p:cNvPr>
              <p:cNvSpPr/>
              <p:nvPr/>
            </p:nvSpPr>
            <p:spPr>
              <a:xfrm>
                <a:off x="395068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BA382AB1-2449-D4D4-5A03-C575AA1C44E9}"/>
                  </a:ext>
                </a:extLst>
              </p:cNvPr>
              <p:cNvSpPr/>
              <p:nvPr/>
            </p:nvSpPr>
            <p:spPr>
              <a:xfrm>
                <a:off x="382444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9ED1EA18-7D7F-3100-8186-EA456714D9BC}"/>
                  </a:ext>
                </a:extLst>
              </p:cNvPr>
              <p:cNvSpPr/>
              <p:nvPr/>
            </p:nvSpPr>
            <p:spPr>
              <a:xfrm>
                <a:off x="3887569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3B213C1F-3CCD-E006-6969-754016003971}"/>
                  </a:ext>
                </a:extLst>
              </p:cNvPr>
              <p:cNvSpPr/>
              <p:nvPr/>
            </p:nvSpPr>
            <p:spPr>
              <a:xfrm>
                <a:off x="395068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953310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Content_0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05D347-DD12-9E99-7C7E-93BA807E0A3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48563" y="1"/>
            <a:ext cx="4595437" cy="5143500"/>
          </a:xfrm>
          <a:custGeom>
            <a:avLst/>
            <a:gdLst>
              <a:gd name="connsiteX0" fmla="*/ 0 w 4595437"/>
              <a:gd name="connsiteY0" fmla="*/ 0 h 5143500"/>
              <a:gd name="connsiteX1" fmla="*/ 4595437 w 4595437"/>
              <a:gd name="connsiteY1" fmla="*/ 0 h 5143500"/>
              <a:gd name="connsiteX2" fmla="*/ 4595437 w 4595437"/>
              <a:gd name="connsiteY2" fmla="*/ 5143500 h 5143500"/>
              <a:gd name="connsiteX3" fmla="*/ 0 w 4595437"/>
              <a:gd name="connsiteY3" fmla="*/ 5143499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5437" h="5143500">
                <a:moveTo>
                  <a:pt x="0" y="0"/>
                </a:moveTo>
                <a:lnTo>
                  <a:pt x="4595437" y="0"/>
                </a:lnTo>
                <a:lnTo>
                  <a:pt x="4595437" y="5143500"/>
                </a:lnTo>
                <a:lnTo>
                  <a:pt x="0" y="514349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7E26DA31-ECC7-BCC8-CAFA-4D66B6E8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40" y="308506"/>
            <a:ext cx="4185533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87B22191-4B7A-413B-C681-8D33D54FA02F}"/>
              </a:ext>
            </a:extLst>
          </p:cNvPr>
          <p:cNvSpPr txBox="1">
            <a:spLocks/>
          </p:cNvSpPr>
          <p:nvPr userDrawn="1"/>
        </p:nvSpPr>
        <p:spPr>
          <a:xfrm>
            <a:off x="8757480" y="4806255"/>
            <a:ext cx="14908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37A3306-72CE-48AC-9363-0EAE74D66663}" type="slidenum">
              <a:rPr lang="en-IN" sz="800" smtClean="0">
                <a:solidFill>
                  <a:schemeClr val="bg1"/>
                </a:solidFill>
              </a:rPr>
              <a:pPr algn="r"/>
              <a:t>‹#›</a:t>
            </a:fld>
            <a:endParaRPr lang="en-IN" sz="80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401E268-F5AB-D395-1265-1A023A8E0E6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33393" y="4804408"/>
            <a:ext cx="1042737" cy="126000"/>
            <a:chOff x="3824442" y="2481198"/>
            <a:chExt cx="1494463" cy="18058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80CA4A5-F961-B6F8-F812-25EAC2B33451}"/>
                </a:ext>
              </a:extLst>
            </p:cNvPr>
            <p:cNvGrpSpPr/>
            <p:nvPr/>
          </p:nvGrpSpPr>
          <p:grpSpPr>
            <a:xfrm>
              <a:off x="4083922" y="2481198"/>
              <a:ext cx="1234983" cy="180585"/>
              <a:chOff x="4083922" y="2481198"/>
              <a:chExt cx="1234983" cy="180585"/>
            </a:xfrm>
          </p:grpSpPr>
          <p:sp>
            <p:nvSpPr>
              <p:cNvPr id="27" name="Freeform: Shape 19">
                <a:extLst>
                  <a:ext uri="{FF2B5EF4-FFF2-40B4-BE49-F238E27FC236}">
                    <a16:creationId xmlns:a16="http://schemas.microsoft.com/office/drawing/2014/main" id="{497C8331-AE95-BAE5-52E8-A43C6F3F4422}"/>
                  </a:ext>
                </a:extLst>
              </p:cNvPr>
              <p:cNvSpPr/>
              <p:nvPr/>
            </p:nvSpPr>
            <p:spPr>
              <a:xfrm>
                <a:off x="4083922" y="2481198"/>
                <a:ext cx="159274" cy="180558"/>
              </a:xfrm>
              <a:custGeom>
                <a:avLst/>
                <a:gdLst>
                  <a:gd name="connsiteX0" fmla="*/ 159275 w 159274"/>
                  <a:gd name="connsiteY0" fmla="*/ 111848 h 180558"/>
                  <a:gd name="connsiteX1" fmla="*/ 159275 w 159274"/>
                  <a:gd name="connsiteY1" fmla="*/ 117063 h 180558"/>
                  <a:gd name="connsiteX2" fmla="*/ 142622 w 159274"/>
                  <a:gd name="connsiteY2" fmla="*/ 167541 h 180558"/>
                  <a:gd name="connsiteX3" fmla="*/ 85186 w 159274"/>
                  <a:gd name="connsiteY3" fmla="*/ 180558 h 180558"/>
                  <a:gd name="connsiteX4" fmla="*/ 0 w 159274"/>
                  <a:gd name="connsiteY4" fmla="*/ 113264 h 180558"/>
                  <a:gd name="connsiteX5" fmla="*/ 0 w 159274"/>
                  <a:gd name="connsiteY5" fmla="*/ 67294 h 180558"/>
                  <a:gd name="connsiteX6" fmla="*/ 85186 w 159274"/>
                  <a:gd name="connsiteY6" fmla="*/ 0 h 180558"/>
                  <a:gd name="connsiteX7" fmla="*/ 159043 w 159274"/>
                  <a:gd name="connsiteY7" fmla="*/ 58307 h 180558"/>
                  <a:gd name="connsiteX8" fmla="*/ 159043 w 159274"/>
                  <a:gd name="connsiteY8" fmla="*/ 65183 h 180558"/>
                  <a:gd name="connsiteX9" fmla="*/ 109315 w 159274"/>
                  <a:gd name="connsiteY9" fmla="*/ 65183 h 180558"/>
                  <a:gd name="connsiteX10" fmla="*/ 109315 w 159274"/>
                  <a:gd name="connsiteY10" fmla="*/ 58307 h 180558"/>
                  <a:gd name="connsiteX11" fmla="*/ 79876 w 159274"/>
                  <a:gd name="connsiteY11" fmla="*/ 41232 h 180558"/>
                  <a:gd name="connsiteX12" fmla="*/ 49701 w 159274"/>
                  <a:gd name="connsiteY12" fmla="*/ 74892 h 180558"/>
                  <a:gd name="connsiteX13" fmla="*/ 49701 w 159274"/>
                  <a:gd name="connsiteY13" fmla="*/ 102616 h 180558"/>
                  <a:gd name="connsiteX14" fmla="*/ 79876 w 159274"/>
                  <a:gd name="connsiteY14" fmla="*/ 139354 h 180558"/>
                  <a:gd name="connsiteX15" fmla="*/ 109560 w 159274"/>
                  <a:gd name="connsiteY15" fmla="*/ 117091 h 180558"/>
                  <a:gd name="connsiteX16" fmla="*/ 109560 w 159274"/>
                  <a:gd name="connsiteY16" fmla="*/ 111875 h 180558"/>
                  <a:gd name="connsiteX17" fmla="*/ 159275 w 159274"/>
                  <a:gd name="connsiteY17" fmla="*/ 111875 h 180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9274" h="180558">
                    <a:moveTo>
                      <a:pt x="159275" y="111848"/>
                    </a:moveTo>
                    <a:lnTo>
                      <a:pt x="159275" y="117063"/>
                    </a:lnTo>
                    <a:cubicBezTo>
                      <a:pt x="159275" y="136481"/>
                      <a:pt x="159030" y="154019"/>
                      <a:pt x="142622" y="167541"/>
                    </a:cubicBezTo>
                    <a:cubicBezTo>
                      <a:pt x="126200" y="180803"/>
                      <a:pt x="106183" y="180558"/>
                      <a:pt x="85186" y="180558"/>
                    </a:cubicBezTo>
                    <a:cubicBezTo>
                      <a:pt x="35948" y="180558"/>
                      <a:pt x="0" y="178189"/>
                      <a:pt x="0" y="113264"/>
                    </a:cubicBezTo>
                    <a:lnTo>
                      <a:pt x="0" y="67294"/>
                    </a:lnTo>
                    <a:cubicBezTo>
                      <a:pt x="-14" y="8538"/>
                      <a:pt x="32081" y="0"/>
                      <a:pt x="85186" y="0"/>
                    </a:cubicBezTo>
                    <a:cubicBezTo>
                      <a:pt x="134901" y="0"/>
                      <a:pt x="158077" y="4970"/>
                      <a:pt x="159043" y="58307"/>
                    </a:cubicBezTo>
                    <a:lnTo>
                      <a:pt x="159043" y="65183"/>
                    </a:lnTo>
                    <a:lnTo>
                      <a:pt x="109315" y="65183"/>
                    </a:lnTo>
                    <a:lnTo>
                      <a:pt x="109315" y="58307"/>
                    </a:lnTo>
                    <a:cubicBezTo>
                      <a:pt x="107640" y="42430"/>
                      <a:pt x="96284" y="41232"/>
                      <a:pt x="79876" y="41232"/>
                    </a:cubicBezTo>
                    <a:cubicBezTo>
                      <a:pt x="52356" y="41232"/>
                      <a:pt x="49701" y="49538"/>
                      <a:pt x="49701" y="74892"/>
                    </a:cubicBezTo>
                    <a:lnTo>
                      <a:pt x="49701" y="102616"/>
                    </a:lnTo>
                    <a:cubicBezTo>
                      <a:pt x="49701" y="129169"/>
                      <a:pt x="50913" y="139354"/>
                      <a:pt x="79876" y="139354"/>
                    </a:cubicBezTo>
                    <a:cubicBezTo>
                      <a:pt x="99906" y="139354"/>
                      <a:pt x="109560" y="137938"/>
                      <a:pt x="109560" y="117091"/>
                    </a:cubicBezTo>
                    <a:lnTo>
                      <a:pt x="109560" y="111875"/>
                    </a:lnTo>
                    <a:lnTo>
                      <a:pt x="159275" y="111875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0">
                <a:extLst>
                  <a:ext uri="{FF2B5EF4-FFF2-40B4-BE49-F238E27FC236}">
                    <a16:creationId xmlns:a16="http://schemas.microsoft.com/office/drawing/2014/main" id="{F84FD6FC-3B6C-6D90-5959-8954864F28D4}"/>
                  </a:ext>
                </a:extLst>
              </p:cNvPr>
              <p:cNvSpPr/>
              <p:nvPr/>
            </p:nvSpPr>
            <p:spPr>
              <a:xfrm>
                <a:off x="4261525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" name="Freeform: Shape 21">
                <a:extLst>
                  <a:ext uri="{FF2B5EF4-FFF2-40B4-BE49-F238E27FC236}">
                    <a16:creationId xmlns:a16="http://schemas.microsoft.com/office/drawing/2014/main" id="{05950246-3815-C1AF-4814-713783B84204}"/>
                  </a:ext>
                </a:extLst>
              </p:cNvPr>
              <p:cNvSpPr/>
              <p:nvPr/>
            </p:nvSpPr>
            <p:spPr>
              <a:xfrm>
                <a:off x="4316564" y="2509643"/>
                <a:ext cx="110540" cy="152126"/>
              </a:xfrm>
              <a:custGeom>
                <a:avLst/>
                <a:gdLst>
                  <a:gd name="connsiteX0" fmla="*/ 104985 w 110540"/>
                  <a:gd name="connsiteY0" fmla="*/ 56142 h 152126"/>
                  <a:gd name="connsiteX1" fmla="*/ 56959 w 110540"/>
                  <a:gd name="connsiteY1" fmla="*/ 56142 h 152126"/>
                  <a:gd name="connsiteX2" fmla="*/ 56959 w 110540"/>
                  <a:gd name="connsiteY2" fmla="*/ 111835 h 152126"/>
                  <a:gd name="connsiteX3" fmla="*/ 66382 w 110540"/>
                  <a:gd name="connsiteY3" fmla="*/ 122265 h 152126"/>
                  <a:gd name="connsiteX4" fmla="*/ 77234 w 110540"/>
                  <a:gd name="connsiteY4" fmla="*/ 106156 h 152126"/>
                  <a:gd name="connsiteX5" fmla="*/ 77479 w 110540"/>
                  <a:gd name="connsiteY5" fmla="*/ 99511 h 152126"/>
                  <a:gd name="connsiteX6" fmla="*/ 110541 w 110540"/>
                  <a:gd name="connsiteY6" fmla="*/ 99511 h 152126"/>
                  <a:gd name="connsiteX7" fmla="*/ 110541 w 110540"/>
                  <a:gd name="connsiteY7" fmla="*/ 110650 h 152126"/>
                  <a:gd name="connsiteX8" fmla="*/ 63958 w 110540"/>
                  <a:gd name="connsiteY8" fmla="*/ 152127 h 152126"/>
                  <a:gd name="connsiteX9" fmla="*/ 15455 w 110540"/>
                  <a:gd name="connsiteY9" fmla="*/ 117526 h 152126"/>
                  <a:gd name="connsiteX10" fmla="*/ 15455 w 110540"/>
                  <a:gd name="connsiteY10" fmla="*/ 56142 h 152126"/>
                  <a:gd name="connsiteX11" fmla="*/ 0 w 110540"/>
                  <a:gd name="connsiteY11" fmla="*/ 56142 h 152126"/>
                  <a:gd name="connsiteX12" fmla="*/ 0 w 110540"/>
                  <a:gd name="connsiteY12" fmla="*/ 26294 h 152126"/>
                  <a:gd name="connsiteX13" fmla="*/ 15455 w 110540"/>
                  <a:gd name="connsiteY13" fmla="*/ 26294 h 152126"/>
                  <a:gd name="connsiteX14" fmla="*/ 15455 w 110540"/>
                  <a:gd name="connsiteY14" fmla="*/ 0 h 152126"/>
                  <a:gd name="connsiteX15" fmla="*/ 56959 w 110540"/>
                  <a:gd name="connsiteY15" fmla="*/ 0 h 152126"/>
                  <a:gd name="connsiteX16" fmla="*/ 56959 w 110540"/>
                  <a:gd name="connsiteY16" fmla="*/ 26294 h 152126"/>
                  <a:gd name="connsiteX17" fmla="*/ 104985 w 110540"/>
                  <a:gd name="connsiteY17" fmla="*/ 26294 h 152126"/>
                  <a:gd name="connsiteX18" fmla="*/ 104985 w 110540"/>
                  <a:gd name="connsiteY18" fmla="*/ 56142 h 15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0540" h="152126">
                    <a:moveTo>
                      <a:pt x="104985" y="56142"/>
                    </a:moveTo>
                    <a:lnTo>
                      <a:pt x="56959" y="56142"/>
                    </a:lnTo>
                    <a:lnTo>
                      <a:pt x="56959" y="111835"/>
                    </a:lnTo>
                    <a:cubicBezTo>
                      <a:pt x="57204" y="119188"/>
                      <a:pt x="58674" y="122265"/>
                      <a:pt x="66382" y="122265"/>
                    </a:cubicBezTo>
                    <a:cubicBezTo>
                      <a:pt x="77234" y="122265"/>
                      <a:pt x="76758" y="114680"/>
                      <a:pt x="77234" y="106156"/>
                    </a:cubicBezTo>
                    <a:lnTo>
                      <a:pt x="77479" y="99511"/>
                    </a:lnTo>
                    <a:lnTo>
                      <a:pt x="110541" y="99511"/>
                    </a:lnTo>
                    <a:lnTo>
                      <a:pt x="110541" y="110650"/>
                    </a:lnTo>
                    <a:cubicBezTo>
                      <a:pt x="110541" y="144542"/>
                      <a:pt x="97741" y="152127"/>
                      <a:pt x="63958" y="152127"/>
                    </a:cubicBezTo>
                    <a:cubicBezTo>
                      <a:pt x="37419" y="152127"/>
                      <a:pt x="15455" y="148804"/>
                      <a:pt x="15455" y="117526"/>
                    </a:cubicBezTo>
                    <a:lnTo>
                      <a:pt x="15455" y="56142"/>
                    </a:lnTo>
                    <a:lnTo>
                      <a:pt x="0" y="56142"/>
                    </a:lnTo>
                    <a:lnTo>
                      <a:pt x="0" y="26294"/>
                    </a:lnTo>
                    <a:lnTo>
                      <a:pt x="15455" y="26294"/>
                    </a:lnTo>
                    <a:lnTo>
                      <a:pt x="15455" y="0"/>
                    </a:lnTo>
                    <a:lnTo>
                      <a:pt x="56959" y="0"/>
                    </a:lnTo>
                    <a:lnTo>
                      <a:pt x="56959" y="26294"/>
                    </a:lnTo>
                    <a:lnTo>
                      <a:pt x="104985" y="26294"/>
                    </a:lnTo>
                    <a:lnTo>
                      <a:pt x="104985" y="5614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" name="Freeform: Shape 22">
                <a:extLst>
                  <a:ext uri="{FF2B5EF4-FFF2-40B4-BE49-F238E27FC236}">
                    <a16:creationId xmlns:a16="http://schemas.microsoft.com/office/drawing/2014/main" id="{43A6A6CC-6184-754C-8F83-7504F7E08AAA}"/>
                  </a:ext>
                </a:extLst>
              </p:cNvPr>
              <p:cNvSpPr/>
              <p:nvPr/>
            </p:nvSpPr>
            <p:spPr>
              <a:xfrm>
                <a:off x="4440599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1" name="Freeform: Shape 23">
                <a:extLst>
                  <a:ext uri="{FF2B5EF4-FFF2-40B4-BE49-F238E27FC236}">
                    <a16:creationId xmlns:a16="http://schemas.microsoft.com/office/drawing/2014/main" id="{90038F7E-861E-85AA-A502-56798287B95C}"/>
                  </a:ext>
                </a:extLst>
              </p:cNvPr>
              <p:cNvSpPr/>
              <p:nvPr/>
            </p:nvSpPr>
            <p:spPr>
              <a:xfrm>
                <a:off x="4504570" y="2535923"/>
                <a:ext cx="121651" cy="125846"/>
              </a:xfrm>
              <a:custGeom>
                <a:avLst/>
                <a:gdLst>
                  <a:gd name="connsiteX0" fmla="*/ 81333 w 121651"/>
                  <a:gd name="connsiteY0" fmla="*/ 124430 h 125846"/>
                  <a:gd name="connsiteX1" fmla="*/ 82790 w 121651"/>
                  <a:gd name="connsiteY1" fmla="*/ 100492 h 125846"/>
                  <a:gd name="connsiteX2" fmla="*/ 80856 w 121651"/>
                  <a:gd name="connsiteY2" fmla="*/ 100492 h 125846"/>
                  <a:gd name="connsiteX3" fmla="*/ 42961 w 121651"/>
                  <a:gd name="connsiteY3" fmla="*/ 125846 h 125846"/>
                  <a:gd name="connsiteX4" fmla="*/ 0 w 121651"/>
                  <a:gd name="connsiteY4" fmla="*/ 85091 h 125846"/>
                  <a:gd name="connsiteX5" fmla="*/ 0 w 121651"/>
                  <a:gd name="connsiteY5" fmla="*/ 0 h 125846"/>
                  <a:gd name="connsiteX6" fmla="*/ 41517 w 121651"/>
                  <a:gd name="connsiteY6" fmla="*/ 0 h 125846"/>
                  <a:gd name="connsiteX7" fmla="*/ 41517 w 121651"/>
                  <a:gd name="connsiteY7" fmla="*/ 74184 h 125846"/>
                  <a:gd name="connsiteX8" fmla="*/ 56727 w 121651"/>
                  <a:gd name="connsiteY8" fmla="*/ 94555 h 125846"/>
                  <a:gd name="connsiteX9" fmla="*/ 80134 w 121651"/>
                  <a:gd name="connsiteY9" fmla="*/ 76540 h 125846"/>
                  <a:gd name="connsiteX10" fmla="*/ 80134 w 121651"/>
                  <a:gd name="connsiteY10" fmla="*/ 0 h 125846"/>
                  <a:gd name="connsiteX11" fmla="*/ 121652 w 121651"/>
                  <a:gd name="connsiteY11" fmla="*/ 0 h 125846"/>
                  <a:gd name="connsiteX12" fmla="*/ 121652 w 121651"/>
                  <a:gd name="connsiteY12" fmla="*/ 124416 h 125846"/>
                  <a:gd name="connsiteX13" fmla="*/ 81346 w 121651"/>
                  <a:gd name="connsiteY13" fmla="*/ 124416 h 125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651" h="125846">
                    <a:moveTo>
                      <a:pt x="81333" y="124430"/>
                    </a:moveTo>
                    <a:lnTo>
                      <a:pt x="82790" y="100492"/>
                    </a:lnTo>
                    <a:lnTo>
                      <a:pt x="80856" y="100492"/>
                    </a:lnTo>
                    <a:cubicBezTo>
                      <a:pt x="75055" y="119691"/>
                      <a:pt x="60581" y="125846"/>
                      <a:pt x="42961" y="125846"/>
                    </a:cubicBezTo>
                    <a:cubicBezTo>
                      <a:pt x="17865" y="125846"/>
                      <a:pt x="0" y="115416"/>
                      <a:pt x="0" y="85091"/>
                    </a:cubicBez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4184"/>
                    </a:lnTo>
                    <a:cubicBezTo>
                      <a:pt x="41517" y="85554"/>
                      <a:pt x="42729" y="94555"/>
                      <a:pt x="56727" y="94555"/>
                    </a:cubicBezTo>
                    <a:cubicBezTo>
                      <a:pt x="67825" y="94555"/>
                      <a:pt x="80134" y="88863"/>
                      <a:pt x="80134" y="76540"/>
                    </a:cubicBezTo>
                    <a:lnTo>
                      <a:pt x="80134" y="0"/>
                    </a:lnTo>
                    <a:lnTo>
                      <a:pt x="121652" y="0"/>
                    </a:lnTo>
                    <a:lnTo>
                      <a:pt x="121652" y="124416"/>
                    </a:lnTo>
                    <a:lnTo>
                      <a:pt x="81346" y="12441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2" name="Freeform: Shape 24">
                <a:extLst>
                  <a:ext uri="{FF2B5EF4-FFF2-40B4-BE49-F238E27FC236}">
                    <a16:creationId xmlns:a16="http://schemas.microsoft.com/office/drawing/2014/main" id="{835A798F-FB91-7270-C23F-1D7E869C750B}"/>
                  </a:ext>
                </a:extLst>
              </p:cNvPr>
              <p:cNvSpPr/>
              <p:nvPr/>
            </p:nvSpPr>
            <p:spPr>
              <a:xfrm>
                <a:off x="4648403" y="2534548"/>
                <a:ext cx="124048" cy="127235"/>
              </a:xfrm>
              <a:custGeom>
                <a:avLst/>
                <a:gdLst>
                  <a:gd name="connsiteX0" fmla="*/ 78909 w 124048"/>
                  <a:gd name="connsiteY0" fmla="*/ 36711 h 127235"/>
                  <a:gd name="connsiteX1" fmla="*/ 62024 w 124048"/>
                  <a:gd name="connsiteY1" fmla="*/ 26280 h 127235"/>
                  <a:gd name="connsiteX2" fmla="*/ 40292 w 124048"/>
                  <a:gd name="connsiteY2" fmla="*/ 36234 h 127235"/>
                  <a:gd name="connsiteX3" fmla="*/ 62024 w 124048"/>
                  <a:gd name="connsiteY3" fmla="*/ 47128 h 127235"/>
                  <a:gd name="connsiteX4" fmla="*/ 124048 w 124048"/>
                  <a:gd name="connsiteY4" fmla="*/ 85282 h 127235"/>
                  <a:gd name="connsiteX5" fmla="*/ 62024 w 124048"/>
                  <a:gd name="connsiteY5" fmla="*/ 127235 h 127235"/>
                  <a:gd name="connsiteX6" fmla="*/ 0 w 124048"/>
                  <a:gd name="connsiteY6" fmla="*/ 86943 h 127235"/>
                  <a:gd name="connsiteX7" fmla="*/ 41504 w 124048"/>
                  <a:gd name="connsiteY7" fmla="*/ 86943 h 127235"/>
                  <a:gd name="connsiteX8" fmla="*/ 62024 w 124048"/>
                  <a:gd name="connsiteY8" fmla="*/ 100927 h 127235"/>
                  <a:gd name="connsiteX9" fmla="*/ 83743 w 124048"/>
                  <a:gd name="connsiteY9" fmla="*/ 90034 h 127235"/>
                  <a:gd name="connsiteX10" fmla="*/ 62024 w 124048"/>
                  <a:gd name="connsiteY10" fmla="*/ 77725 h 127235"/>
                  <a:gd name="connsiteX11" fmla="*/ 0 w 124048"/>
                  <a:gd name="connsiteY11" fmla="*/ 40755 h 127235"/>
                  <a:gd name="connsiteX12" fmla="*/ 62024 w 124048"/>
                  <a:gd name="connsiteY12" fmla="*/ 0 h 127235"/>
                  <a:gd name="connsiteX13" fmla="*/ 118016 w 124048"/>
                  <a:gd name="connsiteY13" fmla="*/ 30801 h 127235"/>
                  <a:gd name="connsiteX14" fmla="*/ 118016 w 124048"/>
                  <a:gd name="connsiteY14" fmla="*/ 36724 h 127235"/>
                  <a:gd name="connsiteX15" fmla="*/ 78909 w 124048"/>
                  <a:gd name="connsiteY15" fmla="*/ 36724 h 127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4048" h="127235">
                    <a:moveTo>
                      <a:pt x="78909" y="36711"/>
                    </a:moveTo>
                    <a:cubicBezTo>
                      <a:pt x="77479" y="26280"/>
                      <a:pt x="68533" y="26280"/>
                      <a:pt x="62024" y="26280"/>
                    </a:cubicBezTo>
                    <a:cubicBezTo>
                      <a:pt x="40292" y="26280"/>
                      <a:pt x="40292" y="28895"/>
                      <a:pt x="40292" y="36234"/>
                    </a:cubicBezTo>
                    <a:cubicBezTo>
                      <a:pt x="40292" y="42389"/>
                      <a:pt x="40782" y="46665"/>
                      <a:pt x="62024" y="47128"/>
                    </a:cubicBezTo>
                    <a:cubicBezTo>
                      <a:pt x="104985" y="48081"/>
                      <a:pt x="124048" y="50450"/>
                      <a:pt x="124048" y="85282"/>
                    </a:cubicBezTo>
                    <a:cubicBezTo>
                      <a:pt x="124048" y="120114"/>
                      <a:pt x="95317" y="127235"/>
                      <a:pt x="62024" y="127235"/>
                    </a:cubicBezTo>
                    <a:cubicBezTo>
                      <a:pt x="28731" y="127235"/>
                      <a:pt x="0" y="127943"/>
                      <a:pt x="0" y="86943"/>
                    </a:cubicBezTo>
                    <a:lnTo>
                      <a:pt x="41504" y="86943"/>
                    </a:lnTo>
                    <a:cubicBezTo>
                      <a:pt x="41504" y="100927"/>
                      <a:pt x="51880" y="100927"/>
                      <a:pt x="62024" y="100927"/>
                    </a:cubicBezTo>
                    <a:cubicBezTo>
                      <a:pt x="80843" y="100927"/>
                      <a:pt x="83743" y="99756"/>
                      <a:pt x="83743" y="90034"/>
                    </a:cubicBezTo>
                    <a:cubicBezTo>
                      <a:pt x="83743" y="77725"/>
                      <a:pt x="76499" y="77725"/>
                      <a:pt x="62024" y="77725"/>
                    </a:cubicBezTo>
                    <a:cubicBezTo>
                      <a:pt x="9409" y="77725"/>
                      <a:pt x="0" y="66109"/>
                      <a:pt x="0" y="40755"/>
                    </a:cubicBezTo>
                    <a:cubicBezTo>
                      <a:pt x="0" y="708"/>
                      <a:pt x="26784" y="0"/>
                      <a:pt x="62024" y="0"/>
                    </a:cubicBezTo>
                    <a:cubicBezTo>
                      <a:pt x="85186" y="0"/>
                      <a:pt x="118016" y="231"/>
                      <a:pt x="118016" y="30801"/>
                    </a:cubicBezTo>
                    <a:lnTo>
                      <a:pt x="118016" y="36724"/>
                    </a:lnTo>
                    <a:lnTo>
                      <a:pt x="78909" y="36724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3" name="Freeform: Shape 25">
                <a:extLst>
                  <a:ext uri="{FF2B5EF4-FFF2-40B4-BE49-F238E27FC236}">
                    <a16:creationId xmlns:a16="http://schemas.microsoft.com/office/drawing/2014/main" id="{3E23AC22-A150-E48C-E155-9A2733EDB7E3}"/>
                  </a:ext>
                </a:extLst>
              </p:cNvPr>
              <p:cNvSpPr/>
              <p:nvPr/>
            </p:nvSpPr>
            <p:spPr>
              <a:xfrm>
                <a:off x="4780418" y="2482641"/>
                <a:ext cx="143356" cy="177712"/>
              </a:xfrm>
              <a:custGeom>
                <a:avLst/>
                <a:gdLst>
                  <a:gd name="connsiteX0" fmla="*/ 94609 w 143356"/>
                  <a:gd name="connsiteY0" fmla="*/ 177712 h 177712"/>
                  <a:gd name="connsiteX1" fmla="*/ 46338 w 143356"/>
                  <a:gd name="connsiteY1" fmla="*/ 177712 h 177712"/>
                  <a:gd name="connsiteX2" fmla="*/ 46338 w 143356"/>
                  <a:gd name="connsiteY2" fmla="*/ 41218 h 177712"/>
                  <a:gd name="connsiteX3" fmla="*/ 0 w 143356"/>
                  <a:gd name="connsiteY3" fmla="*/ 41218 h 177712"/>
                  <a:gd name="connsiteX4" fmla="*/ 0 w 143356"/>
                  <a:gd name="connsiteY4" fmla="*/ 0 h 177712"/>
                  <a:gd name="connsiteX5" fmla="*/ 143357 w 143356"/>
                  <a:gd name="connsiteY5" fmla="*/ 0 h 177712"/>
                  <a:gd name="connsiteX6" fmla="*/ 143357 w 143356"/>
                  <a:gd name="connsiteY6" fmla="*/ 41218 h 177712"/>
                  <a:gd name="connsiteX7" fmla="*/ 94609 w 143356"/>
                  <a:gd name="connsiteY7" fmla="*/ 41218 h 177712"/>
                  <a:gd name="connsiteX8" fmla="*/ 94609 w 143356"/>
                  <a:gd name="connsiteY8" fmla="*/ 177712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3356" h="177712">
                    <a:moveTo>
                      <a:pt x="94609" y="177712"/>
                    </a:moveTo>
                    <a:lnTo>
                      <a:pt x="46338" y="177712"/>
                    </a:lnTo>
                    <a:lnTo>
                      <a:pt x="46338" y="41218"/>
                    </a:lnTo>
                    <a:lnTo>
                      <a:pt x="0" y="41218"/>
                    </a:lnTo>
                    <a:lnTo>
                      <a:pt x="0" y="0"/>
                    </a:lnTo>
                    <a:lnTo>
                      <a:pt x="143357" y="0"/>
                    </a:lnTo>
                    <a:lnTo>
                      <a:pt x="143357" y="41218"/>
                    </a:lnTo>
                    <a:lnTo>
                      <a:pt x="94609" y="41218"/>
                    </a:lnTo>
                    <a:lnTo>
                      <a:pt x="94609" y="17771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4" name="Freeform: Shape 26">
                <a:extLst>
                  <a:ext uri="{FF2B5EF4-FFF2-40B4-BE49-F238E27FC236}">
                    <a16:creationId xmlns:a16="http://schemas.microsoft.com/office/drawing/2014/main" id="{650291EC-F96E-77AD-D60E-4661021CE03B}"/>
                  </a:ext>
                </a:extLst>
              </p:cNvPr>
              <p:cNvSpPr/>
              <p:nvPr/>
            </p:nvSpPr>
            <p:spPr>
              <a:xfrm>
                <a:off x="4917525" y="2534521"/>
                <a:ext cx="123830" cy="127248"/>
              </a:xfrm>
              <a:custGeom>
                <a:avLst/>
                <a:gdLst>
                  <a:gd name="connsiteX0" fmla="*/ 82313 w 123830"/>
                  <a:gd name="connsiteY0" fmla="*/ 48108 h 127248"/>
                  <a:gd name="connsiteX1" fmla="*/ 61303 w 123830"/>
                  <a:gd name="connsiteY1" fmla="*/ 28432 h 127248"/>
                  <a:gd name="connsiteX2" fmla="*/ 41517 w 123830"/>
                  <a:gd name="connsiteY2" fmla="*/ 48108 h 127248"/>
                  <a:gd name="connsiteX3" fmla="*/ 82313 w 123830"/>
                  <a:gd name="connsiteY3" fmla="*/ 48108 h 127248"/>
                  <a:gd name="connsiteX4" fmla="*/ 123817 w 123830"/>
                  <a:gd name="connsiteY4" fmla="*/ 84369 h 127248"/>
                  <a:gd name="connsiteX5" fmla="*/ 106674 w 123830"/>
                  <a:gd name="connsiteY5" fmla="*/ 119909 h 127248"/>
                  <a:gd name="connsiteX6" fmla="*/ 62024 w 123830"/>
                  <a:gd name="connsiteY6" fmla="*/ 127249 h 127248"/>
                  <a:gd name="connsiteX7" fmla="*/ 0 w 123830"/>
                  <a:gd name="connsiteY7" fmla="*/ 63740 h 127248"/>
                  <a:gd name="connsiteX8" fmla="*/ 62024 w 123830"/>
                  <a:gd name="connsiteY8" fmla="*/ 0 h 127248"/>
                  <a:gd name="connsiteX9" fmla="*/ 123817 w 123830"/>
                  <a:gd name="connsiteY9" fmla="*/ 63740 h 127248"/>
                  <a:gd name="connsiteX10" fmla="*/ 123817 w 123830"/>
                  <a:gd name="connsiteY10" fmla="*/ 70617 h 127248"/>
                  <a:gd name="connsiteX11" fmla="*/ 41517 w 123830"/>
                  <a:gd name="connsiteY11" fmla="*/ 70617 h 127248"/>
                  <a:gd name="connsiteX12" fmla="*/ 62024 w 123830"/>
                  <a:gd name="connsiteY12" fmla="*/ 98803 h 127248"/>
                  <a:gd name="connsiteX13" fmla="*/ 83035 w 123830"/>
                  <a:gd name="connsiteY13" fmla="*/ 84356 h 127248"/>
                  <a:gd name="connsiteX14" fmla="*/ 123831 w 123830"/>
                  <a:gd name="connsiteY14" fmla="*/ 84356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3830" h="127248">
                    <a:moveTo>
                      <a:pt x="82313" y="48108"/>
                    </a:moveTo>
                    <a:cubicBezTo>
                      <a:pt x="82313" y="29616"/>
                      <a:pt x="75301" y="28432"/>
                      <a:pt x="61303" y="28432"/>
                    </a:cubicBezTo>
                    <a:cubicBezTo>
                      <a:pt x="46583" y="28432"/>
                      <a:pt x="41994" y="31754"/>
                      <a:pt x="41517" y="48108"/>
                    </a:cubicBezTo>
                    <a:lnTo>
                      <a:pt x="82313" y="48108"/>
                    </a:lnTo>
                    <a:close/>
                    <a:moveTo>
                      <a:pt x="123817" y="84369"/>
                    </a:moveTo>
                    <a:cubicBezTo>
                      <a:pt x="123817" y="103093"/>
                      <a:pt x="117540" y="113754"/>
                      <a:pt x="106674" y="119909"/>
                    </a:cubicBezTo>
                    <a:cubicBezTo>
                      <a:pt x="95807" y="125833"/>
                      <a:pt x="80366" y="127249"/>
                      <a:pt x="62024" y="127249"/>
                    </a:cubicBezTo>
                    <a:cubicBezTo>
                      <a:pt x="12064" y="127249"/>
                      <a:pt x="0" y="110187"/>
                      <a:pt x="0" y="63740"/>
                    </a:cubicBezTo>
                    <a:cubicBezTo>
                      <a:pt x="0" y="17293"/>
                      <a:pt x="11098" y="0"/>
                      <a:pt x="62024" y="0"/>
                    </a:cubicBezTo>
                    <a:cubicBezTo>
                      <a:pt x="109574" y="0"/>
                      <a:pt x="123817" y="13031"/>
                      <a:pt x="123817" y="63740"/>
                    </a:cubicBezTo>
                    <a:lnTo>
                      <a:pt x="123817" y="70617"/>
                    </a:lnTo>
                    <a:lnTo>
                      <a:pt x="41517" y="70617"/>
                    </a:lnTo>
                    <a:cubicBezTo>
                      <a:pt x="41517" y="92403"/>
                      <a:pt x="44894" y="98803"/>
                      <a:pt x="62024" y="98803"/>
                    </a:cubicBezTo>
                    <a:cubicBezTo>
                      <a:pt x="74824" y="98803"/>
                      <a:pt x="83035" y="97387"/>
                      <a:pt x="83035" y="84356"/>
                    </a:cubicBezTo>
                    <a:lnTo>
                      <a:pt x="123831" y="8435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5" name="Freeform: Shape 27">
                <a:extLst>
                  <a:ext uri="{FF2B5EF4-FFF2-40B4-BE49-F238E27FC236}">
                    <a16:creationId xmlns:a16="http://schemas.microsoft.com/office/drawing/2014/main" id="{F964A1C3-6AB1-AA50-5600-CB8460E714EA}"/>
                  </a:ext>
                </a:extLst>
              </p:cNvPr>
              <p:cNvSpPr/>
              <p:nvPr/>
            </p:nvSpPr>
            <p:spPr>
              <a:xfrm>
                <a:off x="5056306" y="2534521"/>
                <a:ext cx="121883" cy="127248"/>
              </a:xfrm>
              <a:custGeom>
                <a:avLst/>
                <a:gdLst>
                  <a:gd name="connsiteX0" fmla="*/ 121883 w 121883"/>
                  <a:gd name="connsiteY0" fmla="*/ 76077 h 127248"/>
                  <a:gd name="connsiteX1" fmla="*/ 107885 w 121883"/>
                  <a:gd name="connsiteY1" fmla="*/ 118956 h 127248"/>
                  <a:gd name="connsiteX2" fmla="*/ 60581 w 121883"/>
                  <a:gd name="connsiteY2" fmla="*/ 127249 h 127248"/>
                  <a:gd name="connsiteX3" fmla="*/ 0 w 121883"/>
                  <a:gd name="connsiteY3" fmla="*/ 63740 h 127248"/>
                  <a:gd name="connsiteX4" fmla="*/ 60581 w 121883"/>
                  <a:gd name="connsiteY4" fmla="*/ 0 h 127248"/>
                  <a:gd name="connsiteX5" fmla="*/ 121883 w 121883"/>
                  <a:gd name="connsiteY5" fmla="*/ 48094 h 127248"/>
                  <a:gd name="connsiteX6" fmla="*/ 80352 w 121883"/>
                  <a:gd name="connsiteY6" fmla="*/ 48094 h 127248"/>
                  <a:gd name="connsiteX7" fmla="*/ 76975 w 121883"/>
                  <a:gd name="connsiteY7" fmla="*/ 34818 h 127248"/>
                  <a:gd name="connsiteX8" fmla="*/ 60567 w 121883"/>
                  <a:gd name="connsiteY8" fmla="*/ 31250 h 127248"/>
                  <a:gd name="connsiteX9" fmla="*/ 41504 w 121883"/>
                  <a:gd name="connsiteY9" fmla="*/ 63726 h 127248"/>
                  <a:gd name="connsiteX10" fmla="*/ 60567 w 121883"/>
                  <a:gd name="connsiteY10" fmla="*/ 95957 h 127248"/>
                  <a:gd name="connsiteX11" fmla="*/ 80352 w 121883"/>
                  <a:gd name="connsiteY11" fmla="*/ 76050 h 127248"/>
                  <a:gd name="connsiteX12" fmla="*/ 121883 w 121883"/>
                  <a:gd name="connsiteY12" fmla="*/ 76050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1883" h="127248">
                    <a:moveTo>
                      <a:pt x="121883" y="76077"/>
                    </a:moveTo>
                    <a:cubicBezTo>
                      <a:pt x="121883" y="99293"/>
                      <a:pt x="117785" y="112093"/>
                      <a:pt x="107885" y="118956"/>
                    </a:cubicBezTo>
                    <a:cubicBezTo>
                      <a:pt x="98231" y="126064"/>
                      <a:pt x="83021" y="127249"/>
                      <a:pt x="60581" y="127249"/>
                    </a:cubicBezTo>
                    <a:cubicBezTo>
                      <a:pt x="11588" y="127249"/>
                      <a:pt x="0" y="112788"/>
                      <a:pt x="0" y="63740"/>
                    </a:cubicBezTo>
                    <a:cubicBezTo>
                      <a:pt x="0" y="21555"/>
                      <a:pt x="8701" y="0"/>
                      <a:pt x="60581" y="0"/>
                    </a:cubicBezTo>
                    <a:cubicBezTo>
                      <a:pt x="97019" y="0"/>
                      <a:pt x="121883" y="3785"/>
                      <a:pt x="121883" y="48094"/>
                    </a:cubicBezTo>
                    <a:lnTo>
                      <a:pt x="80352" y="48094"/>
                    </a:lnTo>
                    <a:cubicBezTo>
                      <a:pt x="80597" y="41463"/>
                      <a:pt x="79889" y="37432"/>
                      <a:pt x="76975" y="34818"/>
                    </a:cubicBezTo>
                    <a:cubicBezTo>
                      <a:pt x="74075" y="32217"/>
                      <a:pt x="69255" y="31250"/>
                      <a:pt x="60567" y="31250"/>
                    </a:cubicBezTo>
                    <a:cubicBezTo>
                      <a:pt x="45848" y="31250"/>
                      <a:pt x="41504" y="35295"/>
                      <a:pt x="41504" y="63726"/>
                    </a:cubicBezTo>
                    <a:cubicBezTo>
                      <a:pt x="41504" y="92158"/>
                      <a:pt x="44881" y="95957"/>
                      <a:pt x="60567" y="95957"/>
                    </a:cubicBezTo>
                    <a:cubicBezTo>
                      <a:pt x="79386" y="95957"/>
                      <a:pt x="80352" y="91450"/>
                      <a:pt x="80352" y="76050"/>
                    </a:cubicBezTo>
                    <a:lnTo>
                      <a:pt x="121883" y="760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6" name="Freeform: Shape 28">
                <a:extLst>
                  <a:ext uri="{FF2B5EF4-FFF2-40B4-BE49-F238E27FC236}">
                    <a16:creationId xmlns:a16="http://schemas.microsoft.com/office/drawing/2014/main" id="{057100E3-FF9C-A36B-2320-DE16BB11797E}"/>
                  </a:ext>
                </a:extLst>
              </p:cNvPr>
              <p:cNvSpPr/>
              <p:nvPr/>
            </p:nvSpPr>
            <p:spPr>
              <a:xfrm>
                <a:off x="5197022" y="2482641"/>
                <a:ext cx="121883" cy="177726"/>
              </a:xfrm>
              <a:custGeom>
                <a:avLst/>
                <a:gdLst>
                  <a:gd name="connsiteX0" fmla="*/ 41504 w 121883"/>
                  <a:gd name="connsiteY0" fmla="*/ 76526 h 177726"/>
                  <a:gd name="connsiteX1" fmla="*/ 43192 w 121883"/>
                  <a:gd name="connsiteY1" fmla="*/ 76526 h 177726"/>
                  <a:gd name="connsiteX2" fmla="*/ 81088 w 121883"/>
                  <a:gd name="connsiteY2" fmla="*/ 51893 h 177726"/>
                  <a:gd name="connsiteX3" fmla="*/ 121883 w 121883"/>
                  <a:gd name="connsiteY3" fmla="*/ 91709 h 177726"/>
                  <a:gd name="connsiteX4" fmla="*/ 121883 w 121883"/>
                  <a:gd name="connsiteY4" fmla="*/ 177726 h 177726"/>
                  <a:gd name="connsiteX5" fmla="*/ 80366 w 121883"/>
                  <a:gd name="connsiteY5" fmla="*/ 177726 h 177726"/>
                  <a:gd name="connsiteX6" fmla="*/ 80366 w 121883"/>
                  <a:gd name="connsiteY6" fmla="*/ 101173 h 177726"/>
                  <a:gd name="connsiteX7" fmla="*/ 63236 w 121883"/>
                  <a:gd name="connsiteY7" fmla="*/ 83158 h 177726"/>
                  <a:gd name="connsiteX8" fmla="*/ 41517 w 121883"/>
                  <a:gd name="connsiteY8" fmla="*/ 109234 h 177726"/>
                  <a:gd name="connsiteX9" fmla="*/ 41517 w 121883"/>
                  <a:gd name="connsiteY9" fmla="*/ 177726 h 177726"/>
                  <a:gd name="connsiteX10" fmla="*/ 0 w 121883"/>
                  <a:gd name="connsiteY10" fmla="*/ 177726 h 177726"/>
                  <a:gd name="connsiteX11" fmla="*/ 0 w 121883"/>
                  <a:gd name="connsiteY11" fmla="*/ 0 h 177726"/>
                  <a:gd name="connsiteX12" fmla="*/ 41517 w 121883"/>
                  <a:gd name="connsiteY12" fmla="*/ 0 h 177726"/>
                  <a:gd name="connsiteX13" fmla="*/ 41517 w 121883"/>
                  <a:gd name="connsiteY13" fmla="*/ 76526 h 177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883" h="177726">
                    <a:moveTo>
                      <a:pt x="41504" y="76526"/>
                    </a:moveTo>
                    <a:lnTo>
                      <a:pt x="43192" y="76526"/>
                    </a:lnTo>
                    <a:cubicBezTo>
                      <a:pt x="49225" y="56864"/>
                      <a:pt x="61548" y="51893"/>
                      <a:pt x="81088" y="51893"/>
                    </a:cubicBezTo>
                    <a:cubicBezTo>
                      <a:pt x="109084" y="51893"/>
                      <a:pt x="121883" y="64925"/>
                      <a:pt x="121883" y="91709"/>
                    </a:cubicBezTo>
                    <a:lnTo>
                      <a:pt x="121883" y="177726"/>
                    </a:lnTo>
                    <a:lnTo>
                      <a:pt x="80366" y="177726"/>
                    </a:lnTo>
                    <a:lnTo>
                      <a:pt x="80366" y="101173"/>
                    </a:lnTo>
                    <a:cubicBezTo>
                      <a:pt x="80134" y="89095"/>
                      <a:pt x="76744" y="83158"/>
                      <a:pt x="63236" y="83158"/>
                    </a:cubicBezTo>
                    <a:cubicBezTo>
                      <a:pt x="44663" y="83158"/>
                      <a:pt x="41517" y="94065"/>
                      <a:pt x="41517" y="109234"/>
                    </a:cubicBezTo>
                    <a:lnTo>
                      <a:pt x="41517" y="177726"/>
                    </a:lnTo>
                    <a:lnTo>
                      <a:pt x="0" y="177726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652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57906B8-7FFD-B772-8D6B-CEBE187793FD}"/>
                </a:ext>
              </a:extLst>
            </p:cNvPr>
            <p:cNvGrpSpPr/>
            <p:nvPr/>
          </p:nvGrpSpPr>
          <p:grpSpPr>
            <a:xfrm>
              <a:off x="3824442" y="2481552"/>
              <a:ext cx="179889" cy="179891"/>
              <a:chOff x="3824442" y="2481552"/>
              <a:chExt cx="179889" cy="179891"/>
            </a:xfrm>
          </p:grpSpPr>
          <p:sp>
            <p:nvSpPr>
              <p:cNvPr id="17" name="Freeform: Shape 7">
                <a:extLst>
                  <a:ext uri="{FF2B5EF4-FFF2-40B4-BE49-F238E27FC236}">
                    <a16:creationId xmlns:a16="http://schemas.microsoft.com/office/drawing/2014/main" id="{FD9FDC81-EC41-B36F-A033-670852578986}"/>
                  </a:ext>
                </a:extLst>
              </p:cNvPr>
              <p:cNvSpPr/>
              <p:nvPr/>
            </p:nvSpPr>
            <p:spPr>
              <a:xfrm>
                <a:off x="382444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0">
                <a:extLst>
                  <a:ext uri="{FF2B5EF4-FFF2-40B4-BE49-F238E27FC236}">
                    <a16:creationId xmlns:a16="http://schemas.microsoft.com/office/drawing/2014/main" id="{B6C34394-86ED-15BE-4F2F-2074C396D7DE}"/>
                  </a:ext>
                </a:extLst>
              </p:cNvPr>
              <p:cNvSpPr/>
              <p:nvPr/>
            </p:nvSpPr>
            <p:spPr>
              <a:xfrm>
                <a:off x="3887569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1">
                <a:extLst>
                  <a:ext uri="{FF2B5EF4-FFF2-40B4-BE49-F238E27FC236}">
                    <a16:creationId xmlns:a16="http://schemas.microsoft.com/office/drawing/2014/main" id="{77B5EB86-2B57-166F-02EA-DD97415AD62B}"/>
                  </a:ext>
                </a:extLst>
              </p:cNvPr>
              <p:cNvSpPr/>
              <p:nvPr/>
            </p:nvSpPr>
            <p:spPr>
              <a:xfrm>
                <a:off x="395068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3">
                <a:extLst>
                  <a:ext uri="{FF2B5EF4-FFF2-40B4-BE49-F238E27FC236}">
                    <a16:creationId xmlns:a16="http://schemas.microsoft.com/office/drawing/2014/main" id="{C0DD7AF8-76CD-5CAF-A064-90E5A142C19B}"/>
                  </a:ext>
                </a:extLst>
              </p:cNvPr>
              <p:cNvSpPr/>
              <p:nvPr/>
            </p:nvSpPr>
            <p:spPr>
              <a:xfrm>
                <a:off x="382444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" name="Freeform: Shape 14">
                <a:extLst>
                  <a:ext uri="{FF2B5EF4-FFF2-40B4-BE49-F238E27FC236}">
                    <a16:creationId xmlns:a16="http://schemas.microsoft.com/office/drawing/2014/main" id="{E718A8F9-DC74-8CDB-03B0-BA515A78ABC6}"/>
                  </a:ext>
                </a:extLst>
              </p:cNvPr>
              <p:cNvSpPr/>
              <p:nvPr/>
            </p:nvSpPr>
            <p:spPr>
              <a:xfrm>
                <a:off x="3887569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15">
                <a:extLst>
                  <a:ext uri="{FF2B5EF4-FFF2-40B4-BE49-F238E27FC236}">
                    <a16:creationId xmlns:a16="http://schemas.microsoft.com/office/drawing/2014/main" id="{32DCC9ED-C8F8-3DE5-5F8F-DBF2CF9AE17E}"/>
                  </a:ext>
                </a:extLst>
              </p:cNvPr>
              <p:cNvSpPr/>
              <p:nvPr/>
            </p:nvSpPr>
            <p:spPr>
              <a:xfrm>
                <a:off x="395068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16">
                <a:extLst>
                  <a:ext uri="{FF2B5EF4-FFF2-40B4-BE49-F238E27FC236}">
                    <a16:creationId xmlns:a16="http://schemas.microsoft.com/office/drawing/2014/main" id="{E8E912D6-8336-AE91-B926-F1270A7ED85B}"/>
                  </a:ext>
                </a:extLst>
              </p:cNvPr>
              <p:cNvSpPr/>
              <p:nvPr/>
            </p:nvSpPr>
            <p:spPr>
              <a:xfrm>
                <a:off x="382444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17">
                <a:extLst>
                  <a:ext uri="{FF2B5EF4-FFF2-40B4-BE49-F238E27FC236}">
                    <a16:creationId xmlns:a16="http://schemas.microsoft.com/office/drawing/2014/main" id="{4134218F-886E-D3AE-AA06-FB55DE6B0B50}"/>
                  </a:ext>
                </a:extLst>
              </p:cNvPr>
              <p:cNvSpPr/>
              <p:nvPr/>
            </p:nvSpPr>
            <p:spPr>
              <a:xfrm>
                <a:off x="3887569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" name="Freeform: Shape 18">
                <a:extLst>
                  <a:ext uri="{FF2B5EF4-FFF2-40B4-BE49-F238E27FC236}">
                    <a16:creationId xmlns:a16="http://schemas.microsoft.com/office/drawing/2014/main" id="{75116253-9A09-686E-188E-B846C3448D92}"/>
                  </a:ext>
                </a:extLst>
              </p:cNvPr>
              <p:cNvSpPr/>
              <p:nvPr/>
            </p:nvSpPr>
            <p:spPr>
              <a:xfrm>
                <a:off x="395068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105163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Content_1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pink liquid&#10;&#10;Description automatically generated">
            <a:extLst>
              <a:ext uri="{FF2B5EF4-FFF2-40B4-BE49-F238E27FC236}">
                <a16:creationId xmlns:a16="http://schemas.microsoft.com/office/drawing/2014/main" id="{AC59EE20-9622-1F94-6A2E-3197ED16D1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2" name="Title 4">
            <a:extLst>
              <a:ext uri="{FF2B5EF4-FFF2-40B4-BE49-F238E27FC236}">
                <a16:creationId xmlns:a16="http://schemas.microsoft.com/office/drawing/2014/main" id="{D034940E-0DE6-7A1E-5D94-5466F4FB5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40" y="308506"/>
            <a:ext cx="4185533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2BA0F696-766D-FF61-408E-A890E3703DB4}"/>
              </a:ext>
            </a:extLst>
          </p:cNvPr>
          <p:cNvSpPr txBox="1">
            <a:spLocks/>
          </p:cNvSpPr>
          <p:nvPr userDrawn="1"/>
        </p:nvSpPr>
        <p:spPr>
          <a:xfrm>
            <a:off x="8757480" y="4806255"/>
            <a:ext cx="14908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37A3306-72CE-48AC-9363-0EAE74D66663}" type="slidenum">
              <a:rPr lang="en-IN" sz="800" smtClean="0">
                <a:solidFill>
                  <a:schemeClr val="tx1"/>
                </a:solidFill>
              </a:rPr>
              <a:pPr algn="r"/>
              <a:t>‹#›</a:t>
            </a:fld>
            <a:endParaRPr lang="en-IN" sz="800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1BCE69A-296B-4A26-0451-B2A8F6F4EAF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33393" y="4804408"/>
            <a:ext cx="1042737" cy="126000"/>
            <a:chOff x="3824442" y="2481198"/>
            <a:chExt cx="1494463" cy="18058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7ACA2F9-9557-0957-945F-BF8BBF4C72A0}"/>
                </a:ext>
              </a:extLst>
            </p:cNvPr>
            <p:cNvGrpSpPr/>
            <p:nvPr/>
          </p:nvGrpSpPr>
          <p:grpSpPr>
            <a:xfrm>
              <a:off x="4083922" y="2481198"/>
              <a:ext cx="1234983" cy="180585"/>
              <a:chOff x="4083922" y="2481198"/>
              <a:chExt cx="1234983" cy="180585"/>
            </a:xfrm>
          </p:grpSpPr>
          <p:sp>
            <p:nvSpPr>
              <p:cNvPr id="27" name="Freeform: Shape 19">
                <a:extLst>
                  <a:ext uri="{FF2B5EF4-FFF2-40B4-BE49-F238E27FC236}">
                    <a16:creationId xmlns:a16="http://schemas.microsoft.com/office/drawing/2014/main" id="{8C800D12-E237-313E-EE79-B830857A27E3}"/>
                  </a:ext>
                </a:extLst>
              </p:cNvPr>
              <p:cNvSpPr/>
              <p:nvPr/>
            </p:nvSpPr>
            <p:spPr>
              <a:xfrm>
                <a:off x="4083922" y="2481198"/>
                <a:ext cx="159274" cy="180558"/>
              </a:xfrm>
              <a:custGeom>
                <a:avLst/>
                <a:gdLst>
                  <a:gd name="connsiteX0" fmla="*/ 159275 w 159274"/>
                  <a:gd name="connsiteY0" fmla="*/ 111848 h 180558"/>
                  <a:gd name="connsiteX1" fmla="*/ 159275 w 159274"/>
                  <a:gd name="connsiteY1" fmla="*/ 117063 h 180558"/>
                  <a:gd name="connsiteX2" fmla="*/ 142622 w 159274"/>
                  <a:gd name="connsiteY2" fmla="*/ 167541 h 180558"/>
                  <a:gd name="connsiteX3" fmla="*/ 85186 w 159274"/>
                  <a:gd name="connsiteY3" fmla="*/ 180558 h 180558"/>
                  <a:gd name="connsiteX4" fmla="*/ 0 w 159274"/>
                  <a:gd name="connsiteY4" fmla="*/ 113264 h 180558"/>
                  <a:gd name="connsiteX5" fmla="*/ 0 w 159274"/>
                  <a:gd name="connsiteY5" fmla="*/ 67294 h 180558"/>
                  <a:gd name="connsiteX6" fmla="*/ 85186 w 159274"/>
                  <a:gd name="connsiteY6" fmla="*/ 0 h 180558"/>
                  <a:gd name="connsiteX7" fmla="*/ 159043 w 159274"/>
                  <a:gd name="connsiteY7" fmla="*/ 58307 h 180558"/>
                  <a:gd name="connsiteX8" fmla="*/ 159043 w 159274"/>
                  <a:gd name="connsiteY8" fmla="*/ 65183 h 180558"/>
                  <a:gd name="connsiteX9" fmla="*/ 109315 w 159274"/>
                  <a:gd name="connsiteY9" fmla="*/ 65183 h 180558"/>
                  <a:gd name="connsiteX10" fmla="*/ 109315 w 159274"/>
                  <a:gd name="connsiteY10" fmla="*/ 58307 h 180558"/>
                  <a:gd name="connsiteX11" fmla="*/ 79876 w 159274"/>
                  <a:gd name="connsiteY11" fmla="*/ 41232 h 180558"/>
                  <a:gd name="connsiteX12" fmla="*/ 49701 w 159274"/>
                  <a:gd name="connsiteY12" fmla="*/ 74892 h 180558"/>
                  <a:gd name="connsiteX13" fmla="*/ 49701 w 159274"/>
                  <a:gd name="connsiteY13" fmla="*/ 102616 h 180558"/>
                  <a:gd name="connsiteX14" fmla="*/ 79876 w 159274"/>
                  <a:gd name="connsiteY14" fmla="*/ 139354 h 180558"/>
                  <a:gd name="connsiteX15" fmla="*/ 109560 w 159274"/>
                  <a:gd name="connsiteY15" fmla="*/ 117091 h 180558"/>
                  <a:gd name="connsiteX16" fmla="*/ 109560 w 159274"/>
                  <a:gd name="connsiteY16" fmla="*/ 111875 h 180558"/>
                  <a:gd name="connsiteX17" fmla="*/ 159275 w 159274"/>
                  <a:gd name="connsiteY17" fmla="*/ 111875 h 180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9274" h="180558">
                    <a:moveTo>
                      <a:pt x="159275" y="111848"/>
                    </a:moveTo>
                    <a:lnTo>
                      <a:pt x="159275" y="117063"/>
                    </a:lnTo>
                    <a:cubicBezTo>
                      <a:pt x="159275" y="136481"/>
                      <a:pt x="159030" y="154019"/>
                      <a:pt x="142622" y="167541"/>
                    </a:cubicBezTo>
                    <a:cubicBezTo>
                      <a:pt x="126200" y="180803"/>
                      <a:pt x="106183" y="180558"/>
                      <a:pt x="85186" y="180558"/>
                    </a:cubicBezTo>
                    <a:cubicBezTo>
                      <a:pt x="35948" y="180558"/>
                      <a:pt x="0" y="178189"/>
                      <a:pt x="0" y="113264"/>
                    </a:cubicBezTo>
                    <a:lnTo>
                      <a:pt x="0" y="67294"/>
                    </a:lnTo>
                    <a:cubicBezTo>
                      <a:pt x="-14" y="8538"/>
                      <a:pt x="32081" y="0"/>
                      <a:pt x="85186" y="0"/>
                    </a:cubicBezTo>
                    <a:cubicBezTo>
                      <a:pt x="134901" y="0"/>
                      <a:pt x="158077" y="4970"/>
                      <a:pt x="159043" y="58307"/>
                    </a:cubicBezTo>
                    <a:lnTo>
                      <a:pt x="159043" y="65183"/>
                    </a:lnTo>
                    <a:lnTo>
                      <a:pt x="109315" y="65183"/>
                    </a:lnTo>
                    <a:lnTo>
                      <a:pt x="109315" y="58307"/>
                    </a:lnTo>
                    <a:cubicBezTo>
                      <a:pt x="107640" y="42430"/>
                      <a:pt x="96284" y="41232"/>
                      <a:pt x="79876" y="41232"/>
                    </a:cubicBezTo>
                    <a:cubicBezTo>
                      <a:pt x="52356" y="41232"/>
                      <a:pt x="49701" y="49538"/>
                      <a:pt x="49701" y="74892"/>
                    </a:cubicBezTo>
                    <a:lnTo>
                      <a:pt x="49701" y="102616"/>
                    </a:lnTo>
                    <a:cubicBezTo>
                      <a:pt x="49701" y="129169"/>
                      <a:pt x="50913" y="139354"/>
                      <a:pt x="79876" y="139354"/>
                    </a:cubicBezTo>
                    <a:cubicBezTo>
                      <a:pt x="99906" y="139354"/>
                      <a:pt x="109560" y="137938"/>
                      <a:pt x="109560" y="117091"/>
                    </a:cubicBezTo>
                    <a:lnTo>
                      <a:pt x="109560" y="111875"/>
                    </a:lnTo>
                    <a:lnTo>
                      <a:pt x="159275" y="111875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0">
                <a:extLst>
                  <a:ext uri="{FF2B5EF4-FFF2-40B4-BE49-F238E27FC236}">
                    <a16:creationId xmlns:a16="http://schemas.microsoft.com/office/drawing/2014/main" id="{D092B15F-3B76-1102-2A43-8DE7CCA25199}"/>
                  </a:ext>
                </a:extLst>
              </p:cNvPr>
              <p:cNvSpPr/>
              <p:nvPr/>
            </p:nvSpPr>
            <p:spPr>
              <a:xfrm>
                <a:off x="4261525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" name="Freeform: Shape 21">
                <a:extLst>
                  <a:ext uri="{FF2B5EF4-FFF2-40B4-BE49-F238E27FC236}">
                    <a16:creationId xmlns:a16="http://schemas.microsoft.com/office/drawing/2014/main" id="{8FC2FFC7-489F-09E9-D7F9-807DAF9B398A}"/>
                  </a:ext>
                </a:extLst>
              </p:cNvPr>
              <p:cNvSpPr/>
              <p:nvPr/>
            </p:nvSpPr>
            <p:spPr>
              <a:xfrm>
                <a:off x="4316564" y="2509643"/>
                <a:ext cx="110540" cy="152126"/>
              </a:xfrm>
              <a:custGeom>
                <a:avLst/>
                <a:gdLst>
                  <a:gd name="connsiteX0" fmla="*/ 104985 w 110540"/>
                  <a:gd name="connsiteY0" fmla="*/ 56142 h 152126"/>
                  <a:gd name="connsiteX1" fmla="*/ 56959 w 110540"/>
                  <a:gd name="connsiteY1" fmla="*/ 56142 h 152126"/>
                  <a:gd name="connsiteX2" fmla="*/ 56959 w 110540"/>
                  <a:gd name="connsiteY2" fmla="*/ 111835 h 152126"/>
                  <a:gd name="connsiteX3" fmla="*/ 66382 w 110540"/>
                  <a:gd name="connsiteY3" fmla="*/ 122265 h 152126"/>
                  <a:gd name="connsiteX4" fmla="*/ 77234 w 110540"/>
                  <a:gd name="connsiteY4" fmla="*/ 106156 h 152126"/>
                  <a:gd name="connsiteX5" fmla="*/ 77479 w 110540"/>
                  <a:gd name="connsiteY5" fmla="*/ 99511 h 152126"/>
                  <a:gd name="connsiteX6" fmla="*/ 110541 w 110540"/>
                  <a:gd name="connsiteY6" fmla="*/ 99511 h 152126"/>
                  <a:gd name="connsiteX7" fmla="*/ 110541 w 110540"/>
                  <a:gd name="connsiteY7" fmla="*/ 110650 h 152126"/>
                  <a:gd name="connsiteX8" fmla="*/ 63958 w 110540"/>
                  <a:gd name="connsiteY8" fmla="*/ 152127 h 152126"/>
                  <a:gd name="connsiteX9" fmla="*/ 15455 w 110540"/>
                  <a:gd name="connsiteY9" fmla="*/ 117526 h 152126"/>
                  <a:gd name="connsiteX10" fmla="*/ 15455 w 110540"/>
                  <a:gd name="connsiteY10" fmla="*/ 56142 h 152126"/>
                  <a:gd name="connsiteX11" fmla="*/ 0 w 110540"/>
                  <a:gd name="connsiteY11" fmla="*/ 56142 h 152126"/>
                  <a:gd name="connsiteX12" fmla="*/ 0 w 110540"/>
                  <a:gd name="connsiteY12" fmla="*/ 26294 h 152126"/>
                  <a:gd name="connsiteX13" fmla="*/ 15455 w 110540"/>
                  <a:gd name="connsiteY13" fmla="*/ 26294 h 152126"/>
                  <a:gd name="connsiteX14" fmla="*/ 15455 w 110540"/>
                  <a:gd name="connsiteY14" fmla="*/ 0 h 152126"/>
                  <a:gd name="connsiteX15" fmla="*/ 56959 w 110540"/>
                  <a:gd name="connsiteY15" fmla="*/ 0 h 152126"/>
                  <a:gd name="connsiteX16" fmla="*/ 56959 w 110540"/>
                  <a:gd name="connsiteY16" fmla="*/ 26294 h 152126"/>
                  <a:gd name="connsiteX17" fmla="*/ 104985 w 110540"/>
                  <a:gd name="connsiteY17" fmla="*/ 26294 h 152126"/>
                  <a:gd name="connsiteX18" fmla="*/ 104985 w 110540"/>
                  <a:gd name="connsiteY18" fmla="*/ 56142 h 15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0540" h="152126">
                    <a:moveTo>
                      <a:pt x="104985" y="56142"/>
                    </a:moveTo>
                    <a:lnTo>
                      <a:pt x="56959" y="56142"/>
                    </a:lnTo>
                    <a:lnTo>
                      <a:pt x="56959" y="111835"/>
                    </a:lnTo>
                    <a:cubicBezTo>
                      <a:pt x="57204" y="119188"/>
                      <a:pt x="58674" y="122265"/>
                      <a:pt x="66382" y="122265"/>
                    </a:cubicBezTo>
                    <a:cubicBezTo>
                      <a:pt x="77234" y="122265"/>
                      <a:pt x="76758" y="114680"/>
                      <a:pt x="77234" y="106156"/>
                    </a:cubicBezTo>
                    <a:lnTo>
                      <a:pt x="77479" y="99511"/>
                    </a:lnTo>
                    <a:lnTo>
                      <a:pt x="110541" y="99511"/>
                    </a:lnTo>
                    <a:lnTo>
                      <a:pt x="110541" y="110650"/>
                    </a:lnTo>
                    <a:cubicBezTo>
                      <a:pt x="110541" y="144542"/>
                      <a:pt x="97741" y="152127"/>
                      <a:pt x="63958" y="152127"/>
                    </a:cubicBezTo>
                    <a:cubicBezTo>
                      <a:pt x="37419" y="152127"/>
                      <a:pt x="15455" y="148804"/>
                      <a:pt x="15455" y="117526"/>
                    </a:cubicBezTo>
                    <a:lnTo>
                      <a:pt x="15455" y="56142"/>
                    </a:lnTo>
                    <a:lnTo>
                      <a:pt x="0" y="56142"/>
                    </a:lnTo>
                    <a:lnTo>
                      <a:pt x="0" y="26294"/>
                    </a:lnTo>
                    <a:lnTo>
                      <a:pt x="15455" y="26294"/>
                    </a:lnTo>
                    <a:lnTo>
                      <a:pt x="15455" y="0"/>
                    </a:lnTo>
                    <a:lnTo>
                      <a:pt x="56959" y="0"/>
                    </a:lnTo>
                    <a:lnTo>
                      <a:pt x="56959" y="26294"/>
                    </a:lnTo>
                    <a:lnTo>
                      <a:pt x="104985" y="26294"/>
                    </a:lnTo>
                    <a:lnTo>
                      <a:pt x="104985" y="5614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" name="Freeform: Shape 22">
                <a:extLst>
                  <a:ext uri="{FF2B5EF4-FFF2-40B4-BE49-F238E27FC236}">
                    <a16:creationId xmlns:a16="http://schemas.microsoft.com/office/drawing/2014/main" id="{FEBAE316-9D83-E683-5C24-4D74A3AB095C}"/>
                  </a:ext>
                </a:extLst>
              </p:cNvPr>
              <p:cNvSpPr/>
              <p:nvPr/>
            </p:nvSpPr>
            <p:spPr>
              <a:xfrm>
                <a:off x="4440599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1" name="Freeform: Shape 23">
                <a:extLst>
                  <a:ext uri="{FF2B5EF4-FFF2-40B4-BE49-F238E27FC236}">
                    <a16:creationId xmlns:a16="http://schemas.microsoft.com/office/drawing/2014/main" id="{462E0856-959C-1726-10AD-0FEF788C0574}"/>
                  </a:ext>
                </a:extLst>
              </p:cNvPr>
              <p:cNvSpPr/>
              <p:nvPr/>
            </p:nvSpPr>
            <p:spPr>
              <a:xfrm>
                <a:off x="4504570" y="2535923"/>
                <a:ext cx="121651" cy="125846"/>
              </a:xfrm>
              <a:custGeom>
                <a:avLst/>
                <a:gdLst>
                  <a:gd name="connsiteX0" fmla="*/ 81333 w 121651"/>
                  <a:gd name="connsiteY0" fmla="*/ 124430 h 125846"/>
                  <a:gd name="connsiteX1" fmla="*/ 82790 w 121651"/>
                  <a:gd name="connsiteY1" fmla="*/ 100492 h 125846"/>
                  <a:gd name="connsiteX2" fmla="*/ 80856 w 121651"/>
                  <a:gd name="connsiteY2" fmla="*/ 100492 h 125846"/>
                  <a:gd name="connsiteX3" fmla="*/ 42961 w 121651"/>
                  <a:gd name="connsiteY3" fmla="*/ 125846 h 125846"/>
                  <a:gd name="connsiteX4" fmla="*/ 0 w 121651"/>
                  <a:gd name="connsiteY4" fmla="*/ 85091 h 125846"/>
                  <a:gd name="connsiteX5" fmla="*/ 0 w 121651"/>
                  <a:gd name="connsiteY5" fmla="*/ 0 h 125846"/>
                  <a:gd name="connsiteX6" fmla="*/ 41517 w 121651"/>
                  <a:gd name="connsiteY6" fmla="*/ 0 h 125846"/>
                  <a:gd name="connsiteX7" fmla="*/ 41517 w 121651"/>
                  <a:gd name="connsiteY7" fmla="*/ 74184 h 125846"/>
                  <a:gd name="connsiteX8" fmla="*/ 56727 w 121651"/>
                  <a:gd name="connsiteY8" fmla="*/ 94555 h 125846"/>
                  <a:gd name="connsiteX9" fmla="*/ 80134 w 121651"/>
                  <a:gd name="connsiteY9" fmla="*/ 76540 h 125846"/>
                  <a:gd name="connsiteX10" fmla="*/ 80134 w 121651"/>
                  <a:gd name="connsiteY10" fmla="*/ 0 h 125846"/>
                  <a:gd name="connsiteX11" fmla="*/ 121652 w 121651"/>
                  <a:gd name="connsiteY11" fmla="*/ 0 h 125846"/>
                  <a:gd name="connsiteX12" fmla="*/ 121652 w 121651"/>
                  <a:gd name="connsiteY12" fmla="*/ 124416 h 125846"/>
                  <a:gd name="connsiteX13" fmla="*/ 81346 w 121651"/>
                  <a:gd name="connsiteY13" fmla="*/ 124416 h 125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651" h="125846">
                    <a:moveTo>
                      <a:pt x="81333" y="124430"/>
                    </a:moveTo>
                    <a:lnTo>
                      <a:pt x="82790" y="100492"/>
                    </a:lnTo>
                    <a:lnTo>
                      <a:pt x="80856" y="100492"/>
                    </a:lnTo>
                    <a:cubicBezTo>
                      <a:pt x="75055" y="119691"/>
                      <a:pt x="60581" y="125846"/>
                      <a:pt x="42961" y="125846"/>
                    </a:cubicBezTo>
                    <a:cubicBezTo>
                      <a:pt x="17865" y="125846"/>
                      <a:pt x="0" y="115416"/>
                      <a:pt x="0" y="85091"/>
                    </a:cubicBez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4184"/>
                    </a:lnTo>
                    <a:cubicBezTo>
                      <a:pt x="41517" y="85554"/>
                      <a:pt x="42729" y="94555"/>
                      <a:pt x="56727" y="94555"/>
                    </a:cubicBezTo>
                    <a:cubicBezTo>
                      <a:pt x="67825" y="94555"/>
                      <a:pt x="80134" y="88863"/>
                      <a:pt x="80134" y="76540"/>
                    </a:cubicBezTo>
                    <a:lnTo>
                      <a:pt x="80134" y="0"/>
                    </a:lnTo>
                    <a:lnTo>
                      <a:pt x="121652" y="0"/>
                    </a:lnTo>
                    <a:lnTo>
                      <a:pt x="121652" y="124416"/>
                    </a:lnTo>
                    <a:lnTo>
                      <a:pt x="81346" y="12441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2" name="Freeform: Shape 24">
                <a:extLst>
                  <a:ext uri="{FF2B5EF4-FFF2-40B4-BE49-F238E27FC236}">
                    <a16:creationId xmlns:a16="http://schemas.microsoft.com/office/drawing/2014/main" id="{107F3718-B03D-3EC3-3B10-A4C0FD056403}"/>
                  </a:ext>
                </a:extLst>
              </p:cNvPr>
              <p:cNvSpPr/>
              <p:nvPr/>
            </p:nvSpPr>
            <p:spPr>
              <a:xfrm>
                <a:off x="4648403" y="2534548"/>
                <a:ext cx="124048" cy="127235"/>
              </a:xfrm>
              <a:custGeom>
                <a:avLst/>
                <a:gdLst>
                  <a:gd name="connsiteX0" fmla="*/ 78909 w 124048"/>
                  <a:gd name="connsiteY0" fmla="*/ 36711 h 127235"/>
                  <a:gd name="connsiteX1" fmla="*/ 62024 w 124048"/>
                  <a:gd name="connsiteY1" fmla="*/ 26280 h 127235"/>
                  <a:gd name="connsiteX2" fmla="*/ 40292 w 124048"/>
                  <a:gd name="connsiteY2" fmla="*/ 36234 h 127235"/>
                  <a:gd name="connsiteX3" fmla="*/ 62024 w 124048"/>
                  <a:gd name="connsiteY3" fmla="*/ 47128 h 127235"/>
                  <a:gd name="connsiteX4" fmla="*/ 124048 w 124048"/>
                  <a:gd name="connsiteY4" fmla="*/ 85282 h 127235"/>
                  <a:gd name="connsiteX5" fmla="*/ 62024 w 124048"/>
                  <a:gd name="connsiteY5" fmla="*/ 127235 h 127235"/>
                  <a:gd name="connsiteX6" fmla="*/ 0 w 124048"/>
                  <a:gd name="connsiteY6" fmla="*/ 86943 h 127235"/>
                  <a:gd name="connsiteX7" fmla="*/ 41504 w 124048"/>
                  <a:gd name="connsiteY7" fmla="*/ 86943 h 127235"/>
                  <a:gd name="connsiteX8" fmla="*/ 62024 w 124048"/>
                  <a:gd name="connsiteY8" fmla="*/ 100927 h 127235"/>
                  <a:gd name="connsiteX9" fmla="*/ 83743 w 124048"/>
                  <a:gd name="connsiteY9" fmla="*/ 90034 h 127235"/>
                  <a:gd name="connsiteX10" fmla="*/ 62024 w 124048"/>
                  <a:gd name="connsiteY10" fmla="*/ 77725 h 127235"/>
                  <a:gd name="connsiteX11" fmla="*/ 0 w 124048"/>
                  <a:gd name="connsiteY11" fmla="*/ 40755 h 127235"/>
                  <a:gd name="connsiteX12" fmla="*/ 62024 w 124048"/>
                  <a:gd name="connsiteY12" fmla="*/ 0 h 127235"/>
                  <a:gd name="connsiteX13" fmla="*/ 118016 w 124048"/>
                  <a:gd name="connsiteY13" fmla="*/ 30801 h 127235"/>
                  <a:gd name="connsiteX14" fmla="*/ 118016 w 124048"/>
                  <a:gd name="connsiteY14" fmla="*/ 36724 h 127235"/>
                  <a:gd name="connsiteX15" fmla="*/ 78909 w 124048"/>
                  <a:gd name="connsiteY15" fmla="*/ 36724 h 127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4048" h="127235">
                    <a:moveTo>
                      <a:pt x="78909" y="36711"/>
                    </a:moveTo>
                    <a:cubicBezTo>
                      <a:pt x="77479" y="26280"/>
                      <a:pt x="68533" y="26280"/>
                      <a:pt x="62024" y="26280"/>
                    </a:cubicBezTo>
                    <a:cubicBezTo>
                      <a:pt x="40292" y="26280"/>
                      <a:pt x="40292" y="28895"/>
                      <a:pt x="40292" y="36234"/>
                    </a:cubicBezTo>
                    <a:cubicBezTo>
                      <a:pt x="40292" y="42389"/>
                      <a:pt x="40782" y="46665"/>
                      <a:pt x="62024" y="47128"/>
                    </a:cubicBezTo>
                    <a:cubicBezTo>
                      <a:pt x="104985" y="48081"/>
                      <a:pt x="124048" y="50450"/>
                      <a:pt x="124048" y="85282"/>
                    </a:cubicBezTo>
                    <a:cubicBezTo>
                      <a:pt x="124048" y="120114"/>
                      <a:pt x="95317" y="127235"/>
                      <a:pt x="62024" y="127235"/>
                    </a:cubicBezTo>
                    <a:cubicBezTo>
                      <a:pt x="28731" y="127235"/>
                      <a:pt x="0" y="127943"/>
                      <a:pt x="0" y="86943"/>
                    </a:cubicBezTo>
                    <a:lnTo>
                      <a:pt x="41504" y="86943"/>
                    </a:lnTo>
                    <a:cubicBezTo>
                      <a:pt x="41504" y="100927"/>
                      <a:pt x="51880" y="100927"/>
                      <a:pt x="62024" y="100927"/>
                    </a:cubicBezTo>
                    <a:cubicBezTo>
                      <a:pt x="80843" y="100927"/>
                      <a:pt x="83743" y="99756"/>
                      <a:pt x="83743" y="90034"/>
                    </a:cubicBezTo>
                    <a:cubicBezTo>
                      <a:pt x="83743" y="77725"/>
                      <a:pt x="76499" y="77725"/>
                      <a:pt x="62024" y="77725"/>
                    </a:cubicBezTo>
                    <a:cubicBezTo>
                      <a:pt x="9409" y="77725"/>
                      <a:pt x="0" y="66109"/>
                      <a:pt x="0" y="40755"/>
                    </a:cubicBezTo>
                    <a:cubicBezTo>
                      <a:pt x="0" y="708"/>
                      <a:pt x="26784" y="0"/>
                      <a:pt x="62024" y="0"/>
                    </a:cubicBezTo>
                    <a:cubicBezTo>
                      <a:pt x="85186" y="0"/>
                      <a:pt x="118016" y="231"/>
                      <a:pt x="118016" y="30801"/>
                    </a:cubicBezTo>
                    <a:lnTo>
                      <a:pt x="118016" y="36724"/>
                    </a:lnTo>
                    <a:lnTo>
                      <a:pt x="78909" y="36724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3" name="Freeform: Shape 25">
                <a:extLst>
                  <a:ext uri="{FF2B5EF4-FFF2-40B4-BE49-F238E27FC236}">
                    <a16:creationId xmlns:a16="http://schemas.microsoft.com/office/drawing/2014/main" id="{405B6BA3-79F6-5978-04DB-31C596F08BC4}"/>
                  </a:ext>
                </a:extLst>
              </p:cNvPr>
              <p:cNvSpPr/>
              <p:nvPr/>
            </p:nvSpPr>
            <p:spPr>
              <a:xfrm>
                <a:off x="4780418" y="2482641"/>
                <a:ext cx="143356" cy="177712"/>
              </a:xfrm>
              <a:custGeom>
                <a:avLst/>
                <a:gdLst>
                  <a:gd name="connsiteX0" fmla="*/ 94609 w 143356"/>
                  <a:gd name="connsiteY0" fmla="*/ 177712 h 177712"/>
                  <a:gd name="connsiteX1" fmla="*/ 46338 w 143356"/>
                  <a:gd name="connsiteY1" fmla="*/ 177712 h 177712"/>
                  <a:gd name="connsiteX2" fmla="*/ 46338 w 143356"/>
                  <a:gd name="connsiteY2" fmla="*/ 41218 h 177712"/>
                  <a:gd name="connsiteX3" fmla="*/ 0 w 143356"/>
                  <a:gd name="connsiteY3" fmla="*/ 41218 h 177712"/>
                  <a:gd name="connsiteX4" fmla="*/ 0 w 143356"/>
                  <a:gd name="connsiteY4" fmla="*/ 0 h 177712"/>
                  <a:gd name="connsiteX5" fmla="*/ 143357 w 143356"/>
                  <a:gd name="connsiteY5" fmla="*/ 0 h 177712"/>
                  <a:gd name="connsiteX6" fmla="*/ 143357 w 143356"/>
                  <a:gd name="connsiteY6" fmla="*/ 41218 h 177712"/>
                  <a:gd name="connsiteX7" fmla="*/ 94609 w 143356"/>
                  <a:gd name="connsiteY7" fmla="*/ 41218 h 177712"/>
                  <a:gd name="connsiteX8" fmla="*/ 94609 w 143356"/>
                  <a:gd name="connsiteY8" fmla="*/ 177712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3356" h="177712">
                    <a:moveTo>
                      <a:pt x="94609" y="177712"/>
                    </a:moveTo>
                    <a:lnTo>
                      <a:pt x="46338" y="177712"/>
                    </a:lnTo>
                    <a:lnTo>
                      <a:pt x="46338" y="41218"/>
                    </a:lnTo>
                    <a:lnTo>
                      <a:pt x="0" y="41218"/>
                    </a:lnTo>
                    <a:lnTo>
                      <a:pt x="0" y="0"/>
                    </a:lnTo>
                    <a:lnTo>
                      <a:pt x="143357" y="0"/>
                    </a:lnTo>
                    <a:lnTo>
                      <a:pt x="143357" y="41218"/>
                    </a:lnTo>
                    <a:lnTo>
                      <a:pt x="94609" y="41218"/>
                    </a:lnTo>
                    <a:lnTo>
                      <a:pt x="94609" y="17771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4" name="Freeform: Shape 26">
                <a:extLst>
                  <a:ext uri="{FF2B5EF4-FFF2-40B4-BE49-F238E27FC236}">
                    <a16:creationId xmlns:a16="http://schemas.microsoft.com/office/drawing/2014/main" id="{000A32DB-2DA1-D899-7F13-DA6B5D696712}"/>
                  </a:ext>
                </a:extLst>
              </p:cNvPr>
              <p:cNvSpPr/>
              <p:nvPr/>
            </p:nvSpPr>
            <p:spPr>
              <a:xfrm>
                <a:off x="4917525" y="2534521"/>
                <a:ext cx="123830" cy="127248"/>
              </a:xfrm>
              <a:custGeom>
                <a:avLst/>
                <a:gdLst>
                  <a:gd name="connsiteX0" fmla="*/ 82313 w 123830"/>
                  <a:gd name="connsiteY0" fmla="*/ 48108 h 127248"/>
                  <a:gd name="connsiteX1" fmla="*/ 61303 w 123830"/>
                  <a:gd name="connsiteY1" fmla="*/ 28432 h 127248"/>
                  <a:gd name="connsiteX2" fmla="*/ 41517 w 123830"/>
                  <a:gd name="connsiteY2" fmla="*/ 48108 h 127248"/>
                  <a:gd name="connsiteX3" fmla="*/ 82313 w 123830"/>
                  <a:gd name="connsiteY3" fmla="*/ 48108 h 127248"/>
                  <a:gd name="connsiteX4" fmla="*/ 123817 w 123830"/>
                  <a:gd name="connsiteY4" fmla="*/ 84369 h 127248"/>
                  <a:gd name="connsiteX5" fmla="*/ 106674 w 123830"/>
                  <a:gd name="connsiteY5" fmla="*/ 119909 h 127248"/>
                  <a:gd name="connsiteX6" fmla="*/ 62024 w 123830"/>
                  <a:gd name="connsiteY6" fmla="*/ 127249 h 127248"/>
                  <a:gd name="connsiteX7" fmla="*/ 0 w 123830"/>
                  <a:gd name="connsiteY7" fmla="*/ 63740 h 127248"/>
                  <a:gd name="connsiteX8" fmla="*/ 62024 w 123830"/>
                  <a:gd name="connsiteY8" fmla="*/ 0 h 127248"/>
                  <a:gd name="connsiteX9" fmla="*/ 123817 w 123830"/>
                  <a:gd name="connsiteY9" fmla="*/ 63740 h 127248"/>
                  <a:gd name="connsiteX10" fmla="*/ 123817 w 123830"/>
                  <a:gd name="connsiteY10" fmla="*/ 70617 h 127248"/>
                  <a:gd name="connsiteX11" fmla="*/ 41517 w 123830"/>
                  <a:gd name="connsiteY11" fmla="*/ 70617 h 127248"/>
                  <a:gd name="connsiteX12" fmla="*/ 62024 w 123830"/>
                  <a:gd name="connsiteY12" fmla="*/ 98803 h 127248"/>
                  <a:gd name="connsiteX13" fmla="*/ 83035 w 123830"/>
                  <a:gd name="connsiteY13" fmla="*/ 84356 h 127248"/>
                  <a:gd name="connsiteX14" fmla="*/ 123831 w 123830"/>
                  <a:gd name="connsiteY14" fmla="*/ 84356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3830" h="127248">
                    <a:moveTo>
                      <a:pt x="82313" y="48108"/>
                    </a:moveTo>
                    <a:cubicBezTo>
                      <a:pt x="82313" y="29616"/>
                      <a:pt x="75301" y="28432"/>
                      <a:pt x="61303" y="28432"/>
                    </a:cubicBezTo>
                    <a:cubicBezTo>
                      <a:pt x="46583" y="28432"/>
                      <a:pt x="41994" y="31754"/>
                      <a:pt x="41517" y="48108"/>
                    </a:cubicBezTo>
                    <a:lnTo>
                      <a:pt x="82313" y="48108"/>
                    </a:lnTo>
                    <a:close/>
                    <a:moveTo>
                      <a:pt x="123817" y="84369"/>
                    </a:moveTo>
                    <a:cubicBezTo>
                      <a:pt x="123817" y="103093"/>
                      <a:pt x="117540" y="113754"/>
                      <a:pt x="106674" y="119909"/>
                    </a:cubicBezTo>
                    <a:cubicBezTo>
                      <a:pt x="95807" y="125833"/>
                      <a:pt x="80366" y="127249"/>
                      <a:pt x="62024" y="127249"/>
                    </a:cubicBezTo>
                    <a:cubicBezTo>
                      <a:pt x="12064" y="127249"/>
                      <a:pt x="0" y="110187"/>
                      <a:pt x="0" y="63740"/>
                    </a:cubicBezTo>
                    <a:cubicBezTo>
                      <a:pt x="0" y="17293"/>
                      <a:pt x="11098" y="0"/>
                      <a:pt x="62024" y="0"/>
                    </a:cubicBezTo>
                    <a:cubicBezTo>
                      <a:pt x="109574" y="0"/>
                      <a:pt x="123817" y="13031"/>
                      <a:pt x="123817" y="63740"/>
                    </a:cubicBezTo>
                    <a:lnTo>
                      <a:pt x="123817" y="70617"/>
                    </a:lnTo>
                    <a:lnTo>
                      <a:pt x="41517" y="70617"/>
                    </a:lnTo>
                    <a:cubicBezTo>
                      <a:pt x="41517" y="92403"/>
                      <a:pt x="44894" y="98803"/>
                      <a:pt x="62024" y="98803"/>
                    </a:cubicBezTo>
                    <a:cubicBezTo>
                      <a:pt x="74824" y="98803"/>
                      <a:pt x="83035" y="97387"/>
                      <a:pt x="83035" y="84356"/>
                    </a:cubicBezTo>
                    <a:lnTo>
                      <a:pt x="123831" y="8435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5" name="Freeform: Shape 27">
                <a:extLst>
                  <a:ext uri="{FF2B5EF4-FFF2-40B4-BE49-F238E27FC236}">
                    <a16:creationId xmlns:a16="http://schemas.microsoft.com/office/drawing/2014/main" id="{2CA5F24A-0E69-7199-F054-71DD29E852A7}"/>
                  </a:ext>
                </a:extLst>
              </p:cNvPr>
              <p:cNvSpPr/>
              <p:nvPr/>
            </p:nvSpPr>
            <p:spPr>
              <a:xfrm>
                <a:off x="5056306" y="2534521"/>
                <a:ext cx="121883" cy="127248"/>
              </a:xfrm>
              <a:custGeom>
                <a:avLst/>
                <a:gdLst>
                  <a:gd name="connsiteX0" fmla="*/ 121883 w 121883"/>
                  <a:gd name="connsiteY0" fmla="*/ 76077 h 127248"/>
                  <a:gd name="connsiteX1" fmla="*/ 107885 w 121883"/>
                  <a:gd name="connsiteY1" fmla="*/ 118956 h 127248"/>
                  <a:gd name="connsiteX2" fmla="*/ 60581 w 121883"/>
                  <a:gd name="connsiteY2" fmla="*/ 127249 h 127248"/>
                  <a:gd name="connsiteX3" fmla="*/ 0 w 121883"/>
                  <a:gd name="connsiteY3" fmla="*/ 63740 h 127248"/>
                  <a:gd name="connsiteX4" fmla="*/ 60581 w 121883"/>
                  <a:gd name="connsiteY4" fmla="*/ 0 h 127248"/>
                  <a:gd name="connsiteX5" fmla="*/ 121883 w 121883"/>
                  <a:gd name="connsiteY5" fmla="*/ 48094 h 127248"/>
                  <a:gd name="connsiteX6" fmla="*/ 80352 w 121883"/>
                  <a:gd name="connsiteY6" fmla="*/ 48094 h 127248"/>
                  <a:gd name="connsiteX7" fmla="*/ 76975 w 121883"/>
                  <a:gd name="connsiteY7" fmla="*/ 34818 h 127248"/>
                  <a:gd name="connsiteX8" fmla="*/ 60567 w 121883"/>
                  <a:gd name="connsiteY8" fmla="*/ 31250 h 127248"/>
                  <a:gd name="connsiteX9" fmla="*/ 41504 w 121883"/>
                  <a:gd name="connsiteY9" fmla="*/ 63726 h 127248"/>
                  <a:gd name="connsiteX10" fmla="*/ 60567 w 121883"/>
                  <a:gd name="connsiteY10" fmla="*/ 95957 h 127248"/>
                  <a:gd name="connsiteX11" fmla="*/ 80352 w 121883"/>
                  <a:gd name="connsiteY11" fmla="*/ 76050 h 127248"/>
                  <a:gd name="connsiteX12" fmla="*/ 121883 w 121883"/>
                  <a:gd name="connsiteY12" fmla="*/ 76050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1883" h="127248">
                    <a:moveTo>
                      <a:pt x="121883" y="76077"/>
                    </a:moveTo>
                    <a:cubicBezTo>
                      <a:pt x="121883" y="99293"/>
                      <a:pt x="117785" y="112093"/>
                      <a:pt x="107885" y="118956"/>
                    </a:cubicBezTo>
                    <a:cubicBezTo>
                      <a:pt x="98231" y="126064"/>
                      <a:pt x="83021" y="127249"/>
                      <a:pt x="60581" y="127249"/>
                    </a:cubicBezTo>
                    <a:cubicBezTo>
                      <a:pt x="11588" y="127249"/>
                      <a:pt x="0" y="112788"/>
                      <a:pt x="0" y="63740"/>
                    </a:cubicBezTo>
                    <a:cubicBezTo>
                      <a:pt x="0" y="21555"/>
                      <a:pt x="8701" y="0"/>
                      <a:pt x="60581" y="0"/>
                    </a:cubicBezTo>
                    <a:cubicBezTo>
                      <a:pt x="97019" y="0"/>
                      <a:pt x="121883" y="3785"/>
                      <a:pt x="121883" y="48094"/>
                    </a:cubicBezTo>
                    <a:lnTo>
                      <a:pt x="80352" y="48094"/>
                    </a:lnTo>
                    <a:cubicBezTo>
                      <a:pt x="80597" y="41463"/>
                      <a:pt x="79889" y="37432"/>
                      <a:pt x="76975" y="34818"/>
                    </a:cubicBezTo>
                    <a:cubicBezTo>
                      <a:pt x="74075" y="32217"/>
                      <a:pt x="69255" y="31250"/>
                      <a:pt x="60567" y="31250"/>
                    </a:cubicBezTo>
                    <a:cubicBezTo>
                      <a:pt x="45848" y="31250"/>
                      <a:pt x="41504" y="35295"/>
                      <a:pt x="41504" y="63726"/>
                    </a:cubicBezTo>
                    <a:cubicBezTo>
                      <a:pt x="41504" y="92158"/>
                      <a:pt x="44881" y="95957"/>
                      <a:pt x="60567" y="95957"/>
                    </a:cubicBezTo>
                    <a:cubicBezTo>
                      <a:pt x="79386" y="95957"/>
                      <a:pt x="80352" y="91450"/>
                      <a:pt x="80352" y="76050"/>
                    </a:cubicBezTo>
                    <a:lnTo>
                      <a:pt x="121883" y="760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6" name="Freeform: Shape 28">
                <a:extLst>
                  <a:ext uri="{FF2B5EF4-FFF2-40B4-BE49-F238E27FC236}">
                    <a16:creationId xmlns:a16="http://schemas.microsoft.com/office/drawing/2014/main" id="{658DF4DD-7404-36A9-F05F-F9CE14E10A0C}"/>
                  </a:ext>
                </a:extLst>
              </p:cNvPr>
              <p:cNvSpPr/>
              <p:nvPr/>
            </p:nvSpPr>
            <p:spPr>
              <a:xfrm>
                <a:off x="5197022" y="2482641"/>
                <a:ext cx="121883" cy="177726"/>
              </a:xfrm>
              <a:custGeom>
                <a:avLst/>
                <a:gdLst>
                  <a:gd name="connsiteX0" fmla="*/ 41504 w 121883"/>
                  <a:gd name="connsiteY0" fmla="*/ 76526 h 177726"/>
                  <a:gd name="connsiteX1" fmla="*/ 43192 w 121883"/>
                  <a:gd name="connsiteY1" fmla="*/ 76526 h 177726"/>
                  <a:gd name="connsiteX2" fmla="*/ 81088 w 121883"/>
                  <a:gd name="connsiteY2" fmla="*/ 51893 h 177726"/>
                  <a:gd name="connsiteX3" fmla="*/ 121883 w 121883"/>
                  <a:gd name="connsiteY3" fmla="*/ 91709 h 177726"/>
                  <a:gd name="connsiteX4" fmla="*/ 121883 w 121883"/>
                  <a:gd name="connsiteY4" fmla="*/ 177726 h 177726"/>
                  <a:gd name="connsiteX5" fmla="*/ 80366 w 121883"/>
                  <a:gd name="connsiteY5" fmla="*/ 177726 h 177726"/>
                  <a:gd name="connsiteX6" fmla="*/ 80366 w 121883"/>
                  <a:gd name="connsiteY6" fmla="*/ 101173 h 177726"/>
                  <a:gd name="connsiteX7" fmla="*/ 63236 w 121883"/>
                  <a:gd name="connsiteY7" fmla="*/ 83158 h 177726"/>
                  <a:gd name="connsiteX8" fmla="*/ 41517 w 121883"/>
                  <a:gd name="connsiteY8" fmla="*/ 109234 h 177726"/>
                  <a:gd name="connsiteX9" fmla="*/ 41517 w 121883"/>
                  <a:gd name="connsiteY9" fmla="*/ 177726 h 177726"/>
                  <a:gd name="connsiteX10" fmla="*/ 0 w 121883"/>
                  <a:gd name="connsiteY10" fmla="*/ 177726 h 177726"/>
                  <a:gd name="connsiteX11" fmla="*/ 0 w 121883"/>
                  <a:gd name="connsiteY11" fmla="*/ 0 h 177726"/>
                  <a:gd name="connsiteX12" fmla="*/ 41517 w 121883"/>
                  <a:gd name="connsiteY12" fmla="*/ 0 h 177726"/>
                  <a:gd name="connsiteX13" fmla="*/ 41517 w 121883"/>
                  <a:gd name="connsiteY13" fmla="*/ 76526 h 177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883" h="177726">
                    <a:moveTo>
                      <a:pt x="41504" y="76526"/>
                    </a:moveTo>
                    <a:lnTo>
                      <a:pt x="43192" y="76526"/>
                    </a:lnTo>
                    <a:cubicBezTo>
                      <a:pt x="49225" y="56864"/>
                      <a:pt x="61548" y="51893"/>
                      <a:pt x="81088" y="51893"/>
                    </a:cubicBezTo>
                    <a:cubicBezTo>
                      <a:pt x="109084" y="51893"/>
                      <a:pt x="121883" y="64925"/>
                      <a:pt x="121883" y="91709"/>
                    </a:cubicBezTo>
                    <a:lnTo>
                      <a:pt x="121883" y="177726"/>
                    </a:lnTo>
                    <a:lnTo>
                      <a:pt x="80366" y="177726"/>
                    </a:lnTo>
                    <a:lnTo>
                      <a:pt x="80366" y="101173"/>
                    </a:lnTo>
                    <a:cubicBezTo>
                      <a:pt x="80134" y="89095"/>
                      <a:pt x="76744" y="83158"/>
                      <a:pt x="63236" y="83158"/>
                    </a:cubicBezTo>
                    <a:cubicBezTo>
                      <a:pt x="44663" y="83158"/>
                      <a:pt x="41517" y="94065"/>
                      <a:pt x="41517" y="109234"/>
                    </a:cubicBezTo>
                    <a:lnTo>
                      <a:pt x="41517" y="177726"/>
                    </a:lnTo>
                    <a:lnTo>
                      <a:pt x="0" y="177726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652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5255F7F-B734-3CDB-3AEB-0E7A308E8E34}"/>
                </a:ext>
              </a:extLst>
            </p:cNvPr>
            <p:cNvGrpSpPr/>
            <p:nvPr/>
          </p:nvGrpSpPr>
          <p:grpSpPr>
            <a:xfrm>
              <a:off x="3824442" y="2481552"/>
              <a:ext cx="179889" cy="179891"/>
              <a:chOff x="3824442" y="2481552"/>
              <a:chExt cx="179889" cy="179891"/>
            </a:xfrm>
          </p:grpSpPr>
          <p:sp>
            <p:nvSpPr>
              <p:cNvPr id="7" name="Freeform: Shape 7">
                <a:extLst>
                  <a:ext uri="{FF2B5EF4-FFF2-40B4-BE49-F238E27FC236}">
                    <a16:creationId xmlns:a16="http://schemas.microsoft.com/office/drawing/2014/main" id="{1A6B5636-5E28-9C9D-47F6-1263DDC1D99E}"/>
                  </a:ext>
                </a:extLst>
              </p:cNvPr>
              <p:cNvSpPr/>
              <p:nvPr/>
            </p:nvSpPr>
            <p:spPr>
              <a:xfrm>
                <a:off x="382444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" name="Freeform: Shape 10">
                <a:extLst>
                  <a:ext uri="{FF2B5EF4-FFF2-40B4-BE49-F238E27FC236}">
                    <a16:creationId xmlns:a16="http://schemas.microsoft.com/office/drawing/2014/main" id="{90435D86-5E55-6A6A-85E0-DF9D803F5D29}"/>
                  </a:ext>
                </a:extLst>
              </p:cNvPr>
              <p:cNvSpPr/>
              <p:nvPr/>
            </p:nvSpPr>
            <p:spPr>
              <a:xfrm>
                <a:off x="3887569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" name="Freeform: Shape 11">
                <a:extLst>
                  <a:ext uri="{FF2B5EF4-FFF2-40B4-BE49-F238E27FC236}">
                    <a16:creationId xmlns:a16="http://schemas.microsoft.com/office/drawing/2014/main" id="{801549C5-E243-4F2D-D0F4-2ED790F524A6}"/>
                  </a:ext>
                </a:extLst>
              </p:cNvPr>
              <p:cNvSpPr/>
              <p:nvPr/>
            </p:nvSpPr>
            <p:spPr>
              <a:xfrm>
                <a:off x="395068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" name="Freeform: Shape 13">
                <a:extLst>
                  <a:ext uri="{FF2B5EF4-FFF2-40B4-BE49-F238E27FC236}">
                    <a16:creationId xmlns:a16="http://schemas.microsoft.com/office/drawing/2014/main" id="{8A38AACF-714A-4A7F-9AAF-B3325E7B64F6}"/>
                  </a:ext>
                </a:extLst>
              </p:cNvPr>
              <p:cNvSpPr/>
              <p:nvPr/>
            </p:nvSpPr>
            <p:spPr>
              <a:xfrm>
                <a:off x="382444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" name="Freeform: Shape 14">
                <a:extLst>
                  <a:ext uri="{FF2B5EF4-FFF2-40B4-BE49-F238E27FC236}">
                    <a16:creationId xmlns:a16="http://schemas.microsoft.com/office/drawing/2014/main" id="{7704BF11-00FA-61CD-2FDF-129A4BB6B727}"/>
                  </a:ext>
                </a:extLst>
              </p:cNvPr>
              <p:cNvSpPr/>
              <p:nvPr/>
            </p:nvSpPr>
            <p:spPr>
              <a:xfrm>
                <a:off x="3887569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4" name="Freeform: Shape 15">
                <a:extLst>
                  <a:ext uri="{FF2B5EF4-FFF2-40B4-BE49-F238E27FC236}">
                    <a16:creationId xmlns:a16="http://schemas.microsoft.com/office/drawing/2014/main" id="{D58CE8B0-C031-F68A-A3F1-392BB8F457CA}"/>
                  </a:ext>
                </a:extLst>
              </p:cNvPr>
              <p:cNvSpPr/>
              <p:nvPr/>
            </p:nvSpPr>
            <p:spPr>
              <a:xfrm>
                <a:off x="395068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" name="Freeform: Shape 16">
                <a:extLst>
                  <a:ext uri="{FF2B5EF4-FFF2-40B4-BE49-F238E27FC236}">
                    <a16:creationId xmlns:a16="http://schemas.microsoft.com/office/drawing/2014/main" id="{8D6D19B7-6668-AEFA-4A52-A75C9FA5A28B}"/>
                  </a:ext>
                </a:extLst>
              </p:cNvPr>
              <p:cNvSpPr/>
              <p:nvPr/>
            </p:nvSpPr>
            <p:spPr>
              <a:xfrm>
                <a:off x="382444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" name="Freeform: Shape 17">
                <a:extLst>
                  <a:ext uri="{FF2B5EF4-FFF2-40B4-BE49-F238E27FC236}">
                    <a16:creationId xmlns:a16="http://schemas.microsoft.com/office/drawing/2014/main" id="{41FB4383-D719-3332-37BB-C2C495E280A8}"/>
                  </a:ext>
                </a:extLst>
              </p:cNvPr>
              <p:cNvSpPr/>
              <p:nvPr/>
            </p:nvSpPr>
            <p:spPr>
              <a:xfrm>
                <a:off x="3887569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18">
                <a:extLst>
                  <a:ext uri="{FF2B5EF4-FFF2-40B4-BE49-F238E27FC236}">
                    <a16:creationId xmlns:a16="http://schemas.microsoft.com/office/drawing/2014/main" id="{5585B296-2952-6BEF-144B-9DBFA57ED76A}"/>
                  </a:ext>
                </a:extLst>
              </p:cNvPr>
              <p:cNvSpPr/>
              <p:nvPr/>
            </p:nvSpPr>
            <p:spPr>
              <a:xfrm>
                <a:off x="395068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391891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Title_1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2B693B-C257-7DB2-089A-E1079BC6FC4C}"/>
              </a:ext>
            </a:extLst>
          </p:cNvPr>
          <p:cNvSpPr/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gradFill flip="none" rotWithShape="1">
            <a:gsLst>
              <a:gs pos="2000">
                <a:schemeClr val="accent1"/>
              </a:gs>
              <a:gs pos="100000">
                <a:schemeClr val="accent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6FD3648-8E00-A007-EA78-1CABD98E847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"/>
            <a:ext cx="9144000" cy="4451715"/>
          </a:xfrm>
          <a:custGeom>
            <a:avLst/>
            <a:gdLst>
              <a:gd name="connsiteX0" fmla="*/ 0 w 9144000"/>
              <a:gd name="connsiteY0" fmla="*/ 0 h 4451715"/>
              <a:gd name="connsiteX1" fmla="*/ 9144000 w 9144000"/>
              <a:gd name="connsiteY1" fmla="*/ 0 h 4451715"/>
              <a:gd name="connsiteX2" fmla="*/ 9144000 w 9144000"/>
              <a:gd name="connsiteY2" fmla="*/ 3731514 h 4451715"/>
              <a:gd name="connsiteX3" fmla="*/ 9028668 w 9144000"/>
              <a:gd name="connsiteY3" fmla="*/ 3816159 h 4451715"/>
              <a:gd name="connsiteX4" fmla="*/ 6991790 w 9144000"/>
              <a:gd name="connsiteY4" fmla="*/ 4410741 h 4451715"/>
              <a:gd name="connsiteX5" fmla="*/ 5750376 w 9144000"/>
              <a:gd name="connsiteY5" fmla="*/ 2052441 h 4451715"/>
              <a:gd name="connsiteX6" fmla="*/ 2935641 w 9144000"/>
              <a:gd name="connsiteY6" fmla="*/ 2120451 h 4451715"/>
              <a:gd name="connsiteX7" fmla="*/ 405169 w 9144000"/>
              <a:gd name="connsiteY7" fmla="*/ 470116 h 4451715"/>
              <a:gd name="connsiteX8" fmla="*/ 145154 w 9144000"/>
              <a:gd name="connsiteY8" fmla="*/ 442356 h 4451715"/>
              <a:gd name="connsiteX9" fmla="*/ 0 w 9144000"/>
              <a:gd name="connsiteY9" fmla="*/ 434219 h 4451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144000" h="4451715">
                <a:moveTo>
                  <a:pt x="0" y="0"/>
                </a:moveTo>
                <a:lnTo>
                  <a:pt x="9144000" y="0"/>
                </a:lnTo>
                <a:lnTo>
                  <a:pt x="9144000" y="3731514"/>
                </a:lnTo>
                <a:lnTo>
                  <a:pt x="9028668" y="3816159"/>
                </a:lnTo>
                <a:cubicBezTo>
                  <a:pt x="8357900" y="4283470"/>
                  <a:pt x="7632432" y="4560991"/>
                  <a:pt x="6991790" y="4410741"/>
                </a:cubicBezTo>
                <a:cubicBezTo>
                  <a:pt x="5852868" y="4143630"/>
                  <a:pt x="6481666" y="2090211"/>
                  <a:pt x="5750376" y="2052441"/>
                </a:cubicBezTo>
                <a:cubicBezTo>
                  <a:pt x="5019088" y="2014670"/>
                  <a:pt x="3654769" y="3005377"/>
                  <a:pt x="2935641" y="2120451"/>
                </a:cubicBezTo>
                <a:cubicBezTo>
                  <a:pt x="2216512" y="1235526"/>
                  <a:pt x="1850783" y="660607"/>
                  <a:pt x="405169" y="470116"/>
                </a:cubicBezTo>
                <a:cubicBezTo>
                  <a:pt x="314818" y="458211"/>
                  <a:pt x="228213" y="449085"/>
                  <a:pt x="145154" y="442356"/>
                </a:cubicBezTo>
                <a:lnTo>
                  <a:pt x="0" y="434219"/>
                </a:lnTo>
                <a:close/>
              </a:path>
            </a:pathLst>
          </a:custGeom>
          <a:noFill/>
        </p:spPr>
        <p:txBody>
          <a:bodyPr anchor="ctr"/>
          <a:lstStyle>
            <a:lvl1pPr marL="0" indent="0" algn="ctr">
              <a:buNone/>
              <a:defRPr lang="en-IN"/>
            </a:lvl1pPr>
          </a:lstStyle>
          <a:p>
            <a:pPr lvl="0"/>
            <a:endParaRPr lang="en-IN"/>
          </a:p>
        </p:txBody>
      </p:sp>
      <p:sp>
        <p:nvSpPr>
          <p:cNvPr id="13" name="Title 4">
            <a:extLst>
              <a:ext uri="{FF2B5EF4-FFF2-40B4-BE49-F238E27FC236}">
                <a16:creationId xmlns:a16="http://schemas.microsoft.com/office/drawing/2014/main" id="{2E0AE37C-EB33-1BC4-C7B3-F6D95A958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283" y="2809263"/>
            <a:ext cx="4151601" cy="457048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 sz="3200"/>
            </a:lvl1pPr>
          </a:lstStyle>
          <a:p>
            <a:r>
              <a:rPr lang="en-US"/>
              <a:t>Thank You</a:t>
            </a:r>
            <a:endParaRPr lang="en-IN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5ECBDC3-40FC-74C8-970B-F6966EBB44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283" y="2274230"/>
            <a:ext cx="2177206" cy="263723"/>
          </a:xfrm>
          <a:prstGeom prst="rect">
            <a:avLst/>
          </a:prstGeom>
        </p:spPr>
      </p:pic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D285C073-4A15-20F8-3CB8-75D26116F924}"/>
              </a:ext>
            </a:extLst>
          </p:cNvPr>
          <p:cNvSpPr txBox="1">
            <a:spLocks/>
          </p:cNvSpPr>
          <p:nvPr userDrawn="1"/>
        </p:nvSpPr>
        <p:spPr>
          <a:xfrm>
            <a:off x="8757480" y="4806255"/>
            <a:ext cx="14908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37A3306-72CE-48AC-9363-0EAE74D66663}" type="slidenum">
              <a:rPr lang="en-IN" sz="800" smtClean="0"/>
              <a:pPr algn="r"/>
              <a:t>‹#›</a:t>
            </a:fld>
            <a:endParaRPr lang="en-IN" sz="800"/>
          </a:p>
        </p:txBody>
      </p:sp>
    </p:spTree>
    <p:extLst>
      <p:ext uri="{BB962C8B-B14F-4D97-AF65-F5344CB8AC3E}">
        <p14:creationId xmlns:p14="http://schemas.microsoft.com/office/powerpoint/2010/main" val="521017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Title_1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pink liquid&#10;&#10;Description automatically generated">
            <a:extLst>
              <a:ext uri="{FF2B5EF4-FFF2-40B4-BE49-F238E27FC236}">
                <a16:creationId xmlns:a16="http://schemas.microsoft.com/office/drawing/2014/main" id="{2E81621D-B558-1BB6-D2C8-340A2D9B16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9144000" cy="5143500"/>
          </a:xfrm>
          <a:prstGeom prst="rect">
            <a:avLst/>
          </a:prstGeom>
        </p:spPr>
      </p:pic>
      <p:sp>
        <p:nvSpPr>
          <p:cNvPr id="3" name="Title 4">
            <a:extLst>
              <a:ext uri="{FF2B5EF4-FFF2-40B4-BE49-F238E27FC236}">
                <a16:creationId xmlns:a16="http://schemas.microsoft.com/office/drawing/2014/main" id="{5BE60B94-35B3-845C-F97D-9961BE3A17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283" y="2114702"/>
            <a:ext cx="4151601" cy="91409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</a:t>
            </a:r>
            <a:br>
              <a:rPr lang="en-US"/>
            </a:br>
            <a:r>
              <a:rPr lang="en-US"/>
              <a:t>title style</a:t>
            </a:r>
            <a:endParaRPr lang="en-IN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28B8928-A4B2-1815-5FD7-6A1EEBB32B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283" y="475910"/>
            <a:ext cx="2177206" cy="263723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2538037-B0C8-48E6-FE6B-726C1B729BA6}"/>
              </a:ext>
            </a:extLst>
          </p:cNvPr>
          <p:cNvSpPr txBox="1">
            <a:spLocks/>
          </p:cNvSpPr>
          <p:nvPr userDrawn="1"/>
        </p:nvSpPr>
        <p:spPr>
          <a:xfrm>
            <a:off x="8757480" y="4806255"/>
            <a:ext cx="14908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37A3306-72CE-48AC-9363-0EAE74D66663}" type="slidenum">
              <a:rPr lang="en-IN" sz="800" smtClean="0"/>
              <a:pPr algn="r"/>
              <a:t>‹#›</a:t>
            </a:fld>
            <a:endParaRPr lang="en-IN" sz="800"/>
          </a:p>
        </p:txBody>
      </p:sp>
    </p:spTree>
    <p:extLst>
      <p:ext uri="{BB962C8B-B14F-4D97-AF65-F5344CB8AC3E}">
        <p14:creationId xmlns:p14="http://schemas.microsoft.com/office/powerpoint/2010/main" val="89881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_Title_1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2538037-B0C8-48E6-FE6B-726C1B729BA6}"/>
              </a:ext>
            </a:extLst>
          </p:cNvPr>
          <p:cNvSpPr txBox="1">
            <a:spLocks/>
          </p:cNvSpPr>
          <p:nvPr userDrawn="1"/>
        </p:nvSpPr>
        <p:spPr>
          <a:xfrm>
            <a:off x="8757480" y="4806255"/>
            <a:ext cx="14908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37A3306-72CE-48AC-9363-0EAE74D66663}" type="slidenum">
              <a:rPr lang="en-IN" sz="800" smtClean="0"/>
              <a:pPr algn="r"/>
              <a:t>‹#›</a:t>
            </a:fld>
            <a:endParaRPr lang="en-IN" sz="80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D681712-B949-01A8-B814-0C10CA53BD1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5BE60B94-35B3-845C-F97D-9961BE3A17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283" y="2114702"/>
            <a:ext cx="4151601" cy="91409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</a:t>
            </a:r>
            <a:br>
              <a:rPr lang="en-US"/>
            </a:br>
            <a:r>
              <a:rPr lang="en-US"/>
              <a:t>title style</a:t>
            </a:r>
            <a:endParaRPr lang="en-IN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28B8928-A4B2-1815-5FD7-6A1EEBB32B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283" y="475910"/>
            <a:ext cx="2177206" cy="263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198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te_Title_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D14A1AA-160F-EFC5-51F4-F55B4D16CC0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1" y="0"/>
            <a:ext cx="4572000" cy="5143500"/>
          </a:xfrm>
          <a:prstGeom prst="rect">
            <a:avLst/>
          </a:prstGeom>
          <a:noFill/>
        </p:spPr>
        <p:txBody>
          <a:bodyPr/>
          <a:lstStyle/>
          <a:p>
            <a:endParaRPr lang="en-IN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D0E05216-8E1F-D17F-CD8B-5AE94A5F60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283" y="1685353"/>
            <a:ext cx="4111749" cy="88639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</a:t>
            </a:r>
            <a:br>
              <a:rPr lang="en-US"/>
            </a:br>
            <a:r>
              <a:rPr lang="en-US"/>
              <a:t>title style</a:t>
            </a:r>
            <a:endParaRPr lang="en-IN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974BE30-8A04-69D5-1CF6-8B0244457267}"/>
              </a:ext>
            </a:extLst>
          </p:cNvPr>
          <p:cNvGrpSpPr/>
          <p:nvPr userDrawn="1"/>
        </p:nvGrpSpPr>
        <p:grpSpPr>
          <a:xfrm>
            <a:off x="339284" y="475910"/>
            <a:ext cx="2177206" cy="263085"/>
            <a:chOff x="3824442" y="2481198"/>
            <a:chExt cx="1494463" cy="18058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F8DB22E-6EC0-937C-E161-59A17F692F21}"/>
                </a:ext>
              </a:extLst>
            </p:cNvPr>
            <p:cNvGrpSpPr/>
            <p:nvPr/>
          </p:nvGrpSpPr>
          <p:grpSpPr>
            <a:xfrm>
              <a:off x="4083922" y="2481198"/>
              <a:ext cx="1234983" cy="180585"/>
              <a:chOff x="4083922" y="2481198"/>
              <a:chExt cx="1234983" cy="180585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A475B29-7612-2184-81A7-5ED0CC8E7589}"/>
                  </a:ext>
                </a:extLst>
              </p:cNvPr>
              <p:cNvSpPr/>
              <p:nvPr/>
            </p:nvSpPr>
            <p:spPr>
              <a:xfrm>
                <a:off x="4083922" y="2481198"/>
                <a:ext cx="159274" cy="180558"/>
              </a:xfrm>
              <a:custGeom>
                <a:avLst/>
                <a:gdLst>
                  <a:gd name="connsiteX0" fmla="*/ 159275 w 159274"/>
                  <a:gd name="connsiteY0" fmla="*/ 111848 h 180558"/>
                  <a:gd name="connsiteX1" fmla="*/ 159275 w 159274"/>
                  <a:gd name="connsiteY1" fmla="*/ 117063 h 180558"/>
                  <a:gd name="connsiteX2" fmla="*/ 142622 w 159274"/>
                  <a:gd name="connsiteY2" fmla="*/ 167541 h 180558"/>
                  <a:gd name="connsiteX3" fmla="*/ 85186 w 159274"/>
                  <a:gd name="connsiteY3" fmla="*/ 180558 h 180558"/>
                  <a:gd name="connsiteX4" fmla="*/ 0 w 159274"/>
                  <a:gd name="connsiteY4" fmla="*/ 113264 h 180558"/>
                  <a:gd name="connsiteX5" fmla="*/ 0 w 159274"/>
                  <a:gd name="connsiteY5" fmla="*/ 67294 h 180558"/>
                  <a:gd name="connsiteX6" fmla="*/ 85186 w 159274"/>
                  <a:gd name="connsiteY6" fmla="*/ 0 h 180558"/>
                  <a:gd name="connsiteX7" fmla="*/ 159043 w 159274"/>
                  <a:gd name="connsiteY7" fmla="*/ 58307 h 180558"/>
                  <a:gd name="connsiteX8" fmla="*/ 159043 w 159274"/>
                  <a:gd name="connsiteY8" fmla="*/ 65183 h 180558"/>
                  <a:gd name="connsiteX9" fmla="*/ 109315 w 159274"/>
                  <a:gd name="connsiteY9" fmla="*/ 65183 h 180558"/>
                  <a:gd name="connsiteX10" fmla="*/ 109315 w 159274"/>
                  <a:gd name="connsiteY10" fmla="*/ 58307 h 180558"/>
                  <a:gd name="connsiteX11" fmla="*/ 79876 w 159274"/>
                  <a:gd name="connsiteY11" fmla="*/ 41232 h 180558"/>
                  <a:gd name="connsiteX12" fmla="*/ 49701 w 159274"/>
                  <a:gd name="connsiteY12" fmla="*/ 74892 h 180558"/>
                  <a:gd name="connsiteX13" fmla="*/ 49701 w 159274"/>
                  <a:gd name="connsiteY13" fmla="*/ 102616 h 180558"/>
                  <a:gd name="connsiteX14" fmla="*/ 79876 w 159274"/>
                  <a:gd name="connsiteY14" fmla="*/ 139354 h 180558"/>
                  <a:gd name="connsiteX15" fmla="*/ 109560 w 159274"/>
                  <a:gd name="connsiteY15" fmla="*/ 117091 h 180558"/>
                  <a:gd name="connsiteX16" fmla="*/ 109560 w 159274"/>
                  <a:gd name="connsiteY16" fmla="*/ 111875 h 180558"/>
                  <a:gd name="connsiteX17" fmla="*/ 159275 w 159274"/>
                  <a:gd name="connsiteY17" fmla="*/ 111875 h 180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9274" h="180558">
                    <a:moveTo>
                      <a:pt x="159275" y="111848"/>
                    </a:moveTo>
                    <a:lnTo>
                      <a:pt x="159275" y="117063"/>
                    </a:lnTo>
                    <a:cubicBezTo>
                      <a:pt x="159275" y="136481"/>
                      <a:pt x="159030" y="154019"/>
                      <a:pt x="142622" y="167541"/>
                    </a:cubicBezTo>
                    <a:cubicBezTo>
                      <a:pt x="126200" y="180803"/>
                      <a:pt x="106183" y="180558"/>
                      <a:pt x="85186" y="180558"/>
                    </a:cubicBezTo>
                    <a:cubicBezTo>
                      <a:pt x="35948" y="180558"/>
                      <a:pt x="0" y="178189"/>
                      <a:pt x="0" y="113264"/>
                    </a:cubicBezTo>
                    <a:lnTo>
                      <a:pt x="0" y="67294"/>
                    </a:lnTo>
                    <a:cubicBezTo>
                      <a:pt x="-14" y="8538"/>
                      <a:pt x="32081" y="0"/>
                      <a:pt x="85186" y="0"/>
                    </a:cubicBezTo>
                    <a:cubicBezTo>
                      <a:pt x="134901" y="0"/>
                      <a:pt x="158077" y="4970"/>
                      <a:pt x="159043" y="58307"/>
                    </a:cubicBezTo>
                    <a:lnTo>
                      <a:pt x="159043" y="65183"/>
                    </a:lnTo>
                    <a:lnTo>
                      <a:pt x="109315" y="65183"/>
                    </a:lnTo>
                    <a:lnTo>
                      <a:pt x="109315" y="58307"/>
                    </a:lnTo>
                    <a:cubicBezTo>
                      <a:pt x="107640" y="42430"/>
                      <a:pt x="96284" y="41232"/>
                      <a:pt x="79876" y="41232"/>
                    </a:cubicBezTo>
                    <a:cubicBezTo>
                      <a:pt x="52356" y="41232"/>
                      <a:pt x="49701" y="49538"/>
                      <a:pt x="49701" y="74892"/>
                    </a:cubicBezTo>
                    <a:lnTo>
                      <a:pt x="49701" y="102616"/>
                    </a:lnTo>
                    <a:cubicBezTo>
                      <a:pt x="49701" y="129169"/>
                      <a:pt x="50913" y="139354"/>
                      <a:pt x="79876" y="139354"/>
                    </a:cubicBezTo>
                    <a:cubicBezTo>
                      <a:pt x="99906" y="139354"/>
                      <a:pt x="109560" y="137938"/>
                      <a:pt x="109560" y="117091"/>
                    </a:cubicBezTo>
                    <a:lnTo>
                      <a:pt x="109560" y="111875"/>
                    </a:lnTo>
                    <a:lnTo>
                      <a:pt x="159275" y="111875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AD13D0A4-A8AB-DFFB-04D6-701C160DF04F}"/>
                  </a:ext>
                </a:extLst>
              </p:cNvPr>
              <p:cNvSpPr/>
              <p:nvPr/>
            </p:nvSpPr>
            <p:spPr>
              <a:xfrm>
                <a:off x="4261525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8207B374-1CB2-2DB1-A6EF-BF7685A8AEAE}"/>
                  </a:ext>
                </a:extLst>
              </p:cNvPr>
              <p:cNvSpPr/>
              <p:nvPr/>
            </p:nvSpPr>
            <p:spPr>
              <a:xfrm>
                <a:off x="4316564" y="2509643"/>
                <a:ext cx="110540" cy="152126"/>
              </a:xfrm>
              <a:custGeom>
                <a:avLst/>
                <a:gdLst>
                  <a:gd name="connsiteX0" fmla="*/ 104985 w 110540"/>
                  <a:gd name="connsiteY0" fmla="*/ 56142 h 152126"/>
                  <a:gd name="connsiteX1" fmla="*/ 56959 w 110540"/>
                  <a:gd name="connsiteY1" fmla="*/ 56142 h 152126"/>
                  <a:gd name="connsiteX2" fmla="*/ 56959 w 110540"/>
                  <a:gd name="connsiteY2" fmla="*/ 111835 h 152126"/>
                  <a:gd name="connsiteX3" fmla="*/ 66382 w 110540"/>
                  <a:gd name="connsiteY3" fmla="*/ 122265 h 152126"/>
                  <a:gd name="connsiteX4" fmla="*/ 77234 w 110540"/>
                  <a:gd name="connsiteY4" fmla="*/ 106156 h 152126"/>
                  <a:gd name="connsiteX5" fmla="*/ 77479 w 110540"/>
                  <a:gd name="connsiteY5" fmla="*/ 99511 h 152126"/>
                  <a:gd name="connsiteX6" fmla="*/ 110541 w 110540"/>
                  <a:gd name="connsiteY6" fmla="*/ 99511 h 152126"/>
                  <a:gd name="connsiteX7" fmla="*/ 110541 w 110540"/>
                  <a:gd name="connsiteY7" fmla="*/ 110650 h 152126"/>
                  <a:gd name="connsiteX8" fmla="*/ 63958 w 110540"/>
                  <a:gd name="connsiteY8" fmla="*/ 152127 h 152126"/>
                  <a:gd name="connsiteX9" fmla="*/ 15455 w 110540"/>
                  <a:gd name="connsiteY9" fmla="*/ 117526 h 152126"/>
                  <a:gd name="connsiteX10" fmla="*/ 15455 w 110540"/>
                  <a:gd name="connsiteY10" fmla="*/ 56142 h 152126"/>
                  <a:gd name="connsiteX11" fmla="*/ 0 w 110540"/>
                  <a:gd name="connsiteY11" fmla="*/ 56142 h 152126"/>
                  <a:gd name="connsiteX12" fmla="*/ 0 w 110540"/>
                  <a:gd name="connsiteY12" fmla="*/ 26294 h 152126"/>
                  <a:gd name="connsiteX13" fmla="*/ 15455 w 110540"/>
                  <a:gd name="connsiteY13" fmla="*/ 26294 h 152126"/>
                  <a:gd name="connsiteX14" fmla="*/ 15455 w 110540"/>
                  <a:gd name="connsiteY14" fmla="*/ 0 h 152126"/>
                  <a:gd name="connsiteX15" fmla="*/ 56959 w 110540"/>
                  <a:gd name="connsiteY15" fmla="*/ 0 h 152126"/>
                  <a:gd name="connsiteX16" fmla="*/ 56959 w 110540"/>
                  <a:gd name="connsiteY16" fmla="*/ 26294 h 152126"/>
                  <a:gd name="connsiteX17" fmla="*/ 104985 w 110540"/>
                  <a:gd name="connsiteY17" fmla="*/ 26294 h 152126"/>
                  <a:gd name="connsiteX18" fmla="*/ 104985 w 110540"/>
                  <a:gd name="connsiteY18" fmla="*/ 56142 h 15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0540" h="152126">
                    <a:moveTo>
                      <a:pt x="104985" y="56142"/>
                    </a:moveTo>
                    <a:lnTo>
                      <a:pt x="56959" y="56142"/>
                    </a:lnTo>
                    <a:lnTo>
                      <a:pt x="56959" y="111835"/>
                    </a:lnTo>
                    <a:cubicBezTo>
                      <a:pt x="57204" y="119188"/>
                      <a:pt x="58674" y="122265"/>
                      <a:pt x="66382" y="122265"/>
                    </a:cubicBezTo>
                    <a:cubicBezTo>
                      <a:pt x="77234" y="122265"/>
                      <a:pt x="76758" y="114680"/>
                      <a:pt x="77234" y="106156"/>
                    </a:cubicBezTo>
                    <a:lnTo>
                      <a:pt x="77479" y="99511"/>
                    </a:lnTo>
                    <a:lnTo>
                      <a:pt x="110541" y="99511"/>
                    </a:lnTo>
                    <a:lnTo>
                      <a:pt x="110541" y="110650"/>
                    </a:lnTo>
                    <a:cubicBezTo>
                      <a:pt x="110541" y="144542"/>
                      <a:pt x="97741" y="152127"/>
                      <a:pt x="63958" y="152127"/>
                    </a:cubicBezTo>
                    <a:cubicBezTo>
                      <a:pt x="37419" y="152127"/>
                      <a:pt x="15455" y="148804"/>
                      <a:pt x="15455" y="117526"/>
                    </a:cubicBezTo>
                    <a:lnTo>
                      <a:pt x="15455" y="56142"/>
                    </a:lnTo>
                    <a:lnTo>
                      <a:pt x="0" y="56142"/>
                    </a:lnTo>
                    <a:lnTo>
                      <a:pt x="0" y="26294"/>
                    </a:lnTo>
                    <a:lnTo>
                      <a:pt x="15455" y="26294"/>
                    </a:lnTo>
                    <a:lnTo>
                      <a:pt x="15455" y="0"/>
                    </a:lnTo>
                    <a:lnTo>
                      <a:pt x="56959" y="0"/>
                    </a:lnTo>
                    <a:lnTo>
                      <a:pt x="56959" y="26294"/>
                    </a:lnTo>
                    <a:lnTo>
                      <a:pt x="104985" y="26294"/>
                    </a:lnTo>
                    <a:lnTo>
                      <a:pt x="104985" y="5614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89155BDD-199A-3669-6039-C32B9922CC77}"/>
                  </a:ext>
                </a:extLst>
              </p:cNvPr>
              <p:cNvSpPr/>
              <p:nvPr/>
            </p:nvSpPr>
            <p:spPr>
              <a:xfrm>
                <a:off x="4440599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4613DF7E-755C-63B4-B3AE-52B3AA65C8CE}"/>
                  </a:ext>
                </a:extLst>
              </p:cNvPr>
              <p:cNvSpPr/>
              <p:nvPr/>
            </p:nvSpPr>
            <p:spPr>
              <a:xfrm>
                <a:off x="4504570" y="2535923"/>
                <a:ext cx="121651" cy="125846"/>
              </a:xfrm>
              <a:custGeom>
                <a:avLst/>
                <a:gdLst>
                  <a:gd name="connsiteX0" fmla="*/ 81333 w 121651"/>
                  <a:gd name="connsiteY0" fmla="*/ 124430 h 125846"/>
                  <a:gd name="connsiteX1" fmla="*/ 82790 w 121651"/>
                  <a:gd name="connsiteY1" fmla="*/ 100492 h 125846"/>
                  <a:gd name="connsiteX2" fmla="*/ 80856 w 121651"/>
                  <a:gd name="connsiteY2" fmla="*/ 100492 h 125846"/>
                  <a:gd name="connsiteX3" fmla="*/ 42961 w 121651"/>
                  <a:gd name="connsiteY3" fmla="*/ 125846 h 125846"/>
                  <a:gd name="connsiteX4" fmla="*/ 0 w 121651"/>
                  <a:gd name="connsiteY4" fmla="*/ 85091 h 125846"/>
                  <a:gd name="connsiteX5" fmla="*/ 0 w 121651"/>
                  <a:gd name="connsiteY5" fmla="*/ 0 h 125846"/>
                  <a:gd name="connsiteX6" fmla="*/ 41517 w 121651"/>
                  <a:gd name="connsiteY6" fmla="*/ 0 h 125846"/>
                  <a:gd name="connsiteX7" fmla="*/ 41517 w 121651"/>
                  <a:gd name="connsiteY7" fmla="*/ 74184 h 125846"/>
                  <a:gd name="connsiteX8" fmla="*/ 56727 w 121651"/>
                  <a:gd name="connsiteY8" fmla="*/ 94555 h 125846"/>
                  <a:gd name="connsiteX9" fmla="*/ 80134 w 121651"/>
                  <a:gd name="connsiteY9" fmla="*/ 76540 h 125846"/>
                  <a:gd name="connsiteX10" fmla="*/ 80134 w 121651"/>
                  <a:gd name="connsiteY10" fmla="*/ 0 h 125846"/>
                  <a:gd name="connsiteX11" fmla="*/ 121652 w 121651"/>
                  <a:gd name="connsiteY11" fmla="*/ 0 h 125846"/>
                  <a:gd name="connsiteX12" fmla="*/ 121652 w 121651"/>
                  <a:gd name="connsiteY12" fmla="*/ 124416 h 125846"/>
                  <a:gd name="connsiteX13" fmla="*/ 81346 w 121651"/>
                  <a:gd name="connsiteY13" fmla="*/ 124416 h 125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651" h="125846">
                    <a:moveTo>
                      <a:pt x="81333" y="124430"/>
                    </a:moveTo>
                    <a:lnTo>
                      <a:pt x="82790" y="100492"/>
                    </a:lnTo>
                    <a:lnTo>
                      <a:pt x="80856" y="100492"/>
                    </a:lnTo>
                    <a:cubicBezTo>
                      <a:pt x="75055" y="119691"/>
                      <a:pt x="60581" y="125846"/>
                      <a:pt x="42961" y="125846"/>
                    </a:cubicBezTo>
                    <a:cubicBezTo>
                      <a:pt x="17865" y="125846"/>
                      <a:pt x="0" y="115416"/>
                      <a:pt x="0" y="85091"/>
                    </a:cubicBez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4184"/>
                    </a:lnTo>
                    <a:cubicBezTo>
                      <a:pt x="41517" y="85554"/>
                      <a:pt x="42729" y="94555"/>
                      <a:pt x="56727" y="94555"/>
                    </a:cubicBezTo>
                    <a:cubicBezTo>
                      <a:pt x="67825" y="94555"/>
                      <a:pt x="80134" y="88863"/>
                      <a:pt x="80134" y="76540"/>
                    </a:cubicBezTo>
                    <a:lnTo>
                      <a:pt x="80134" y="0"/>
                    </a:lnTo>
                    <a:lnTo>
                      <a:pt x="121652" y="0"/>
                    </a:lnTo>
                    <a:lnTo>
                      <a:pt x="121652" y="124416"/>
                    </a:lnTo>
                    <a:lnTo>
                      <a:pt x="81346" y="12441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04652DA0-D977-027D-51D4-94DA0BEBA86D}"/>
                  </a:ext>
                </a:extLst>
              </p:cNvPr>
              <p:cNvSpPr/>
              <p:nvPr/>
            </p:nvSpPr>
            <p:spPr>
              <a:xfrm>
                <a:off x="4648403" y="2534548"/>
                <a:ext cx="124048" cy="127235"/>
              </a:xfrm>
              <a:custGeom>
                <a:avLst/>
                <a:gdLst>
                  <a:gd name="connsiteX0" fmla="*/ 78909 w 124048"/>
                  <a:gd name="connsiteY0" fmla="*/ 36711 h 127235"/>
                  <a:gd name="connsiteX1" fmla="*/ 62024 w 124048"/>
                  <a:gd name="connsiteY1" fmla="*/ 26280 h 127235"/>
                  <a:gd name="connsiteX2" fmla="*/ 40292 w 124048"/>
                  <a:gd name="connsiteY2" fmla="*/ 36234 h 127235"/>
                  <a:gd name="connsiteX3" fmla="*/ 62024 w 124048"/>
                  <a:gd name="connsiteY3" fmla="*/ 47128 h 127235"/>
                  <a:gd name="connsiteX4" fmla="*/ 124048 w 124048"/>
                  <a:gd name="connsiteY4" fmla="*/ 85282 h 127235"/>
                  <a:gd name="connsiteX5" fmla="*/ 62024 w 124048"/>
                  <a:gd name="connsiteY5" fmla="*/ 127235 h 127235"/>
                  <a:gd name="connsiteX6" fmla="*/ 0 w 124048"/>
                  <a:gd name="connsiteY6" fmla="*/ 86943 h 127235"/>
                  <a:gd name="connsiteX7" fmla="*/ 41504 w 124048"/>
                  <a:gd name="connsiteY7" fmla="*/ 86943 h 127235"/>
                  <a:gd name="connsiteX8" fmla="*/ 62024 w 124048"/>
                  <a:gd name="connsiteY8" fmla="*/ 100927 h 127235"/>
                  <a:gd name="connsiteX9" fmla="*/ 83743 w 124048"/>
                  <a:gd name="connsiteY9" fmla="*/ 90034 h 127235"/>
                  <a:gd name="connsiteX10" fmla="*/ 62024 w 124048"/>
                  <a:gd name="connsiteY10" fmla="*/ 77725 h 127235"/>
                  <a:gd name="connsiteX11" fmla="*/ 0 w 124048"/>
                  <a:gd name="connsiteY11" fmla="*/ 40755 h 127235"/>
                  <a:gd name="connsiteX12" fmla="*/ 62024 w 124048"/>
                  <a:gd name="connsiteY12" fmla="*/ 0 h 127235"/>
                  <a:gd name="connsiteX13" fmla="*/ 118016 w 124048"/>
                  <a:gd name="connsiteY13" fmla="*/ 30801 h 127235"/>
                  <a:gd name="connsiteX14" fmla="*/ 118016 w 124048"/>
                  <a:gd name="connsiteY14" fmla="*/ 36724 h 127235"/>
                  <a:gd name="connsiteX15" fmla="*/ 78909 w 124048"/>
                  <a:gd name="connsiteY15" fmla="*/ 36724 h 127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4048" h="127235">
                    <a:moveTo>
                      <a:pt x="78909" y="36711"/>
                    </a:moveTo>
                    <a:cubicBezTo>
                      <a:pt x="77479" y="26280"/>
                      <a:pt x="68533" y="26280"/>
                      <a:pt x="62024" y="26280"/>
                    </a:cubicBezTo>
                    <a:cubicBezTo>
                      <a:pt x="40292" y="26280"/>
                      <a:pt x="40292" y="28895"/>
                      <a:pt x="40292" y="36234"/>
                    </a:cubicBezTo>
                    <a:cubicBezTo>
                      <a:pt x="40292" y="42389"/>
                      <a:pt x="40782" y="46665"/>
                      <a:pt x="62024" y="47128"/>
                    </a:cubicBezTo>
                    <a:cubicBezTo>
                      <a:pt x="104985" y="48081"/>
                      <a:pt x="124048" y="50450"/>
                      <a:pt x="124048" y="85282"/>
                    </a:cubicBezTo>
                    <a:cubicBezTo>
                      <a:pt x="124048" y="120114"/>
                      <a:pt x="95317" y="127235"/>
                      <a:pt x="62024" y="127235"/>
                    </a:cubicBezTo>
                    <a:cubicBezTo>
                      <a:pt x="28731" y="127235"/>
                      <a:pt x="0" y="127943"/>
                      <a:pt x="0" y="86943"/>
                    </a:cubicBezTo>
                    <a:lnTo>
                      <a:pt x="41504" y="86943"/>
                    </a:lnTo>
                    <a:cubicBezTo>
                      <a:pt x="41504" y="100927"/>
                      <a:pt x="51880" y="100927"/>
                      <a:pt x="62024" y="100927"/>
                    </a:cubicBezTo>
                    <a:cubicBezTo>
                      <a:pt x="80843" y="100927"/>
                      <a:pt x="83743" y="99756"/>
                      <a:pt x="83743" y="90034"/>
                    </a:cubicBezTo>
                    <a:cubicBezTo>
                      <a:pt x="83743" y="77725"/>
                      <a:pt x="76499" y="77725"/>
                      <a:pt x="62024" y="77725"/>
                    </a:cubicBezTo>
                    <a:cubicBezTo>
                      <a:pt x="9409" y="77725"/>
                      <a:pt x="0" y="66109"/>
                      <a:pt x="0" y="40755"/>
                    </a:cubicBezTo>
                    <a:cubicBezTo>
                      <a:pt x="0" y="708"/>
                      <a:pt x="26784" y="0"/>
                      <a:pt x="62024" y="0"/>
                    </a:cubicBezTo>
                    <a:cubicBezTo>
                      <a:pt x="85186" y="0"/>
                      <a:pt x="118016" y="231"/>
                      <a:pt x="118016" y="30801"/>
                    </a:cubicBezTo>
                    <a:lnTo>
                      <a:pt x="118016" y="36724"/>
                    </a:lnTo>
                    <a:lnTo>
                      <a:pt x="78909" y="36724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D5551481-B581-A1E7-BB42-55F96CECE943}"/>
                  </a:ext>
                </a:extLst>
              </p:cNvPr>
              <p:cNvSpPr/>
              <p:nvPr/>
            </p:nvSpPr>
            <p:spPr>
              <a:xfrm>
                <a:off x="4780418" y="2482641"/>
                <a:ext cx="143356" cy="177712"/>
              </a:xfrm>
              <a:custGeom>
                <a:avLst/>
                <a:gdLst>
                  <a:gd name="connsiteX0" fmla="*/ 94609 w 143356"/>
                  <a:gd name="connsiteY0" fmla="*/ 177712 h 177712"/>
                  <a:gd name="connsiteX1" fmla="*/ 46338 w 143356"/>
                  <a:gd name="connsiteY1" fmla="*/ 177712 h 177712"/>
                  <a:gd name="connsiteX2" fmla="*/ 46338 w 143356"/>
                  <a:gd name="connsiteY2" fmla="*/ 41218 h 177712"/>
                  <a:gd name="connsiteX3" fmla="*/ 0 w 143356"/>
                  <a:gd name="connsiteY3" fmla="*/ 41218 h 177712"/>
                  <a:gd name="connsiteX4" fmla="*/ 0 w 143356"/>
                  <a:gd name="connsiteY4" fmla="*/ 0 h 177712"/>
                  <a:gd name="connsiteX5" fmla="*/ 143357 w 143356"/>
                  <a:gd name="connsiteY5" fmla="*/ 0 h 177712"/>
                  <a:gd name="connsiteX6" fmla="*/ 143357 w 143356"/>
                  <a:gd name="connsiteY6" fmla="*/ 41218 h 177712"/>
                  <a:gd name="connsiteX7" fmla="*/ 94609 w 143356"/>
                  <a:gd name="connsiteY7" fmla="*/ 41218 h 177712"/>
                  <a:gd name="connsiteX8" fmla="*/ 94609 w 143356"/>
                  <a:gd name="connsiteY8" fmla="*/ 177712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3356" h="177712">
                    <a:moveTo>
                      <a:pt x="94609" y="177712"/>
                    </a:moveTo>
                    <a:lnTo>
                      <a:pt x="46338" y="177712"/>
                    </a:lnTo>
                    <a:lnTo>
                      <a:pt x="46338" y="41218"/>
                    </a:lnTo>
                    <a:lnTo>
                      <a:pt x="0" y="41218"/>
                    </a:lnTo>
                    <a:lnTo>
                      <a:pt x="0" y="0"/>
                    </a:lnTo>
                    <a:lnTo>
                      <a:pt x="143357" y="0"/>
                    </a:lnTo>
                    <a:lnTo>
                      <a:pt x="143357" y="41218"/>
                    </a:lnTo>
                    <a:lnTo>
                      <a:pt x="94609" y="41218"/>
                    </a:lnTo>
                    <a:lnTo>
                      <a:pt x="94609" y="17771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433263F6-138F-A04A-A1DE-600128B41526}"/>
                  </a:ext>
                </a:extLst>
              </p:cNvPr>
              <p:cNvSpPr/>
              <p:nvPr/>
            </p:nvSpPr>
            <p:spPr>
              <a:xfrm>
                <a:off x="4917525" y="2534521"/>
                <a:ext cx="123830" cy="127248"/>
              </a:xfrm>
              <a:custGeom>
                <a:avLst/>
                <a:gdLst>
                  <a:gd name="connsiteX0" fmla="*/ 82313 w 123830"/>
                  <a:gd name="connsiteY0" fmla="*/ 48108 h 127248"/>
                  <a:gd name="connsiteX1" fmla="*/ 61303 w 123830"/>
                  <a:gd name="connsiteY1" fmla="*/ 28432 h 127248"/>
                  <a:gd name="connsiteX2" fmla="*/ 41517 w 123830"/>
                  <a:gd name="connsiteY2" fmla="*/ 48108 h 127248"/>
                  <a:gd name="connsiteX3" fmla="*/ 82313 w 123830"/>
                  <a:gd name="connsiteY3" fmla="*/ 48108 h 127248"/>
                  <a:gd name="connsiteX4" fmla="*/ 123817 w 123830"/>
                  <a:gd name="connsiteY4" fmla="*/ 84369 h 127248"/>
                  <a:gd name="connsiteX5" fmla="*/ 106674 w 123830"/>
                  <a:gd name="connsiteY5" fmla="*/ 119909 h 127248"/>
                  <a:gd name="connsiteX6" fmla="*/ 62024 w 123830"/>
                  <a:gd name="connsiteY6" fmla="*/ 127249 h 127248"/>
                  <a:gd name="connsiteX7" fmla="*/ 0 w 123830"/>
                  <a:gd name="connsiteY7" fmla="*/ 63740 h 127248"/>
                  <a:gd name="connsiteX8" fmla="*/ 62024 w 123830"/>
                  <a:gd name="connsiteY8" fmla="*/ 0 h 127248"/>
                  <a:gd name="connsiteX9" fmla="*/ 123817 w 123830"/>
                  <a:gd name="connsiteY9" fmla="*/ 63740 h 127248"/>
                  <a:gd name="connsiteX10" fmla="*/ 123817 w 123830"/>
                  <a:gd name="connsiteY10" fmla="*/ 70617 h 127248"/>
                  <a:gd name="connsiteX11" fmla="*/ 41517 w 123830"/>
                  <a:gd name="connsiteY11" fmla="*/ 70617 h 127248"/>
                  <a:gd name="connsiteX12" fmla="*/ 62024 w 123830"/>
                  <a:gd name="connsiteY12" fmla="*/ 98803 h 127248"/>
                  <a:gd name="connsiteX13" fmla="*/ 83035 w 123830"/>
                  <a:gd name="connsiteY13" fmla="*/ 84356 h 127248"/>
                  <a:gd name="connsiteX14" fmla="*/ 123831 w 123830"/>
                  <a:gd name="connsiteY14" fmla="*/ 84356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3830" h="127248">
                    <a:moveTo>
                      <a:pt x="82313" y="48108"/>
                    </a:moveTo>
                    <a:cubicBezTo>
                      <a:pt x="82313" y="29616"/>
                      <a:pt x="75301" y="28432"/>
                      <a:pt x="61303" y="28432"/>
                    </a:cubicBezTo>
                    <a:cubicBezTo>
                      <a:pt x="46583" y="28432"/>
                      <a:pt x="41994" y="31754"/>
                      <a:pt x="41517" y="48108"/>
                    </a:cubicBezTo>
                    <a:lnTo>
                      <a:pt x="82313" y="48108"/>
                    </a:lnTo>
                    <a:close/>
                    <a:moveTo>
                      <a:pt x="123817" y="84369"/>
                    </a:moveTo>
                    <a:cubicBezTo>
                      <a:pt x="123817" y="103093"/>
                      <a:pt x="117540" y="113754"/>
                      <a:pt x="106674" y="119909"/>
                    </a:cubicBezTo>
                    <a:cubicBezTo>
                      <a:pt x="95807" y="125833"/>
                      <a:pt x="80366" y="127249"/>
                      <a:pt x="62024" y="127249"/>
                    </a:cubicBezTo>
                    <a:cubicBezTo>
                      <a:pt x="12064" y="127249"/>
                      <a:pt x="0" y="110187"/>
                      <a:pt x="0" y="63740"/>
                    </a:cubicBezTo>
                    <a:cubicBezTo>
                      <a:pt x="0" y="17293"/>
                      <a:pt x="11098" y="0"/>
                      <a:pt x="62024" y="0"/>
                    </a:cubicBezTo>
                    <a:cubicBezTo>
                      <a:pt x="109574" y="0"/>
                      <a:pt x="123817" y="13031"/>
                      <a:pt x="123817" y="63740"/>
                    </a:cubicBezTo>
                    <a:lnTo>
                      <a:pt x="123817" y="70617"/>
                    </a:lnTo>
                    <a:lnTo>
                      <a:pt x="41517" y="70617"/>
                    </a:lnTo>
                    <a:cubicBezTo>
                      <a:pt x="41517" y="92403"/>
                      <a:pt x="44894" y="98803"/>
                      <a:pt x="62024" y="98803"/>
                    </a:cubicBezTo>
                    <a:cubicBezTo>
                      <a:pt x="74824" y="98803"/>
                      <a:pt x="83035" y="97387"/>
                      <a:pt x="83035" y="84356"/>
                    </a:cubicBezTo>
                    <a:lnTo>
                      <a:pt x="123831" y="8435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153B7086-E4C6-AF51-01B6-CD72252FDEEE}"/>
                  </a:ext>
                </a:extLst>
              </p:cNvPr>
              <p:cNvSpPr/>
              <p:nvPr/>
            </p:nvSpPr>
            <p:spPr>
              <a:xfrm>
                <a:off x="5056306" y="2534521"/>
                <a:ext cx="121883" cy="127248"/>
              </a:xfrm>
              <a:custGeom>
                <a:avLst/>
                <a:gdLst>
                  <a:gd name="connsiteX0" fmla="*/ 121883 w 121883"/>
                  <a:gd name="connsiteY0" fmla="*/ 76077 h 127248"/>
                  <a:gd name="connsiteX1" fmla="*/ 107885 w 121883"/>
                  <a:gd name="connsiteY1" fmla="*/ 118956 h 127248"/>
                  <a:gd name="connsiteX2" fmla="*/ 60581 w 121883"/>
                  <a:gd name="connsiteY2" fmla="*/ 127249 h 127248"/>
                  <a:gd name="connsiteX3" fmla="*/ 0 w 121883"/>
                  <a:gd name="connsiteY3" fmla="*/ 63740 h 127248"/>
                  <a:gd name="connsiteX4" fmla="*/ 60581 w 121883"/>
                  <a:gd name="connsiteY4" fmla="*/ 0 h 127248"/>
                  <a:gd name="connsiteX5" fmla="*/ 121883 w 121883"/>
                  <a:gd name="connsiteY5" fmla="*/ 48094 h 127248"/>
                  <a:gd name="connsiteX6" fmla="*/ 80352 w 121883"/>
                  <a:gd name="connsiteY6" fmla="*/ 48094 h 127248"/>
                  <a:gd name="connsiteX7" fmla="*/ 76975 w 121883"/>
                  <a:gd name="connsiteY7" fmla="*/ 34818 h 127248"/>
                  <a:gd name="connsiteX8" fmla="*/ 60567 w 121883"/>
                  <a:gd name="connsiteY8" fmla="*/ 31250 h 127248"/>
                  <a:gd name="connsiteX9" fmla="*/ 41504 w 121883"/>
                  <a:gd name="connsiteY9" fmla="*/ 63726 h 127248"/>
                  <a:gd name="connsiteX10" fmla="*/ 60567 w 121883"/>
                  <a:gd name="connsiteY10" fmla="*/ 95957 h 127248"/>
                  <a:gd name="connsiteX11" fmla="*/ 80352 w 121883"/>
                  <a:gd name="connsiteY11" fmla="*/ 76050 h 127248"/>
                  <a:gd name="connsiteX12" fmla="*/ 121883 w 121883"/>
                  <a:gd name="connsiteY12" fmla="*/ 76050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1883" h="127248">
                    <a:moveTo>
                      <a:pt x="121883" y="76077"/>
                    </a:moveTo>
                    <a:cubicBezTo>
                      <a:pt x="121883" y="99293"/>
                      <a:pt x="117785" y="112093"/>
                      <a:pt x="107885" y="118956"/>
                    </a:cubicBezTo>
                    <a:cubicBezTo>
                      <a:pt x="98231" y="126064"/>
                      <a:pt x="83021" y="127249"/>
                      <a:pt x="60581" y="127249"/>
                    </a:cubicBezTo>
                    <a:cubicBezTo>
                      <a:pt x="11588" y="127249"/>
                      <a:pt x="0" y="112788"/>
                      <a:pt x="0" y="63740"/>
                    </a:cubicBezTo>
                    <a:cubicBezTo>
                      <a:pt x="0" y="21555"/>
                      <a:pt x="8701" y="0"/>
                      <a:pt x="60581" y="0"/>
                    </a:cubicBezTo>
                    <a:cubicBezTo>
                      <a:pt x="97019" y="0"/>
                      <a:pt x="121883" y="3785"/>
                      <a:pt x="121883" y="48094"/>
                    </a:cubicBezTo>
                    <a:lnTo>
                      <a:pt x="80352" y="48094"/>
                    </a:lnTo>
                    <a:cubicBezTo>
                      <a:pt x="80597" y="41463"/>
                      <a:pt x="79889" y="37432"/>
                      <a:pt x="76975" y="34818"/>
                    </a:cubicBezTo>
                    <a:cubicBezTo>
                      <a:pt x="74075" y="32217"/>
                      <a:pt x="69255" y="31250"/>
                      <a:pt x="60567" y="31250"/>
                    </a:cubicBezTo>
                    <a:cubicBezTo>
                      <a:pt x="45848" y="31250"/>
                      <a:pt x="41504" y="35295"/>
                      <a:pt x="41504" y="63726"/>
                    </a:cubicBezTo>
                    <a:cubicBezTo>
                      <a:pt x="41504" y="92158"/>
                      <a:pt x="44881" y="95957"/>
                      <a:pt x="60567" y="95957"/>
                    </a:cubicBezTo>
                    <a:cubicBezTo>
                      <a:pt x="79386" y="95957"/>
                      <a:pt x="80352" y="91450"/>
                      <a:pt x="80352" y="76050"/>
                    </a:cubicBezTo>
                    <a:lnTo>
                      <a:pt x="121883" y="760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CBB42EA-D3A5-7F7E-AE43-3840B4067A78}"/>
                  </a:ext>
                </a:extLst>
              </p:cNvPr>
              <p:cNvSpPr/>
              <p:nvPr/>
            </p:nvSpPr>
            <p:spPr>
              <a:xfrm>
                <a:off x="5197022" y="2482641"/>
                <a:ext cx="121883" cy="177726"/>
              </a:xfrm>
              <a:custGeom>
                <a:avLst/>
                <a:gdLst>
                  <a:gd name="connsiteX0" fmla="*/ 41504 w 121883"/>
                  <a:gd name="connsiteY0" fmla="*/ 76526 h 177726"/>
                  <a:gd name="connsiteX1" fmla="*/ 43192 w 121883"/>
                  <a:gd name="connsiteY1" fmla="*/ 76526 h 177726"/>
                  <a:gd name="connsiteX2" fmla="*/ 81088 w 121883"/>
                  <a:gd name="connsiteY2" fmla="*/ 51893 h 177726"/>
                  <a:gd name="connsiteX3" fmla="*/ 121883 w 121883"/>
                  <a:gd name="connsiteY3" fmla="*/ 91709 h 177726"/>
                  <a:gd name="connsiteX4" fmla="*/ 121883 w 121883"/>
                  <a:gd name="connsiteY4" fmla="*/ 177726 h 177726"/>
                  <a:gd name="connsiteX5" fmla="*/ 80366 w 121883"/>
                  <a:gd name="connsiteY5" fmla="*/ 177726 h 177726"/>
                  <a:gd name="connsiteX6" fmla="*/ 80366 w 121883"/>
                  <a:gd name="connsiteY6" fmla="*/ 101173 h 177726"/>
                  <a:gd name="connsiteX7" fmla="*/ 63236 w 121883"/>
                  <a:gd name="connsiteY7" fmla="*/ 83158 h 177726"/>
                  <a:gd name="connsiteX8" fmla="*/ 41517 w 121883"/>
                  <a:gd name="connsiteY8" fmla="*/ 109234 h 177726"/>
                  <a:gd name="connsiteX9" fmla="*/ 41517 w 121883"/>
                  <a:gd name="connsiteY9" fmla="*/ 177726 h 177726"/>
                  <a:gd name="connsiteX10" fmla="*/ 0 w 121883"/>
                  <a:gd name="connsiteY10" fmla="*/ 177726 h 177726"/>
                  <a:gd name="connsiteX11" fmla="*/ 0 w 121883"/>
                  <a:gd name="connsiteY11" fmla="*/ 0 h 177726"/>
                  <a:gd name="connsiteX12" fmla="*/ 41517 w 121883"/>
                  <a:gd name="connsiteY12" fmla="*/ 0 h 177726"/>
                  <a:gd name="connsiteX13" fmla="*/ 41517 w 121883"/>
                  <a:gd name="connsiteY13" fmla="*/ 76526 h 177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883" h="177726">
                    <a:moveTo>
                      <a:pt x="41504" y="76526"/>
                    </a:moveTo>
                    <a:lnTo>
                      <a:pt x="43192" y="76526"/>
                    </a:lnTo>
                    <a:cubicBezTo>
                      <a:pt x="49225" y="56864"/>
                      <a:pt x="61548" y="51893"/>
                      <a:pt x="81088" y="51893"/>
                    </a:cubicBezTo>
                    <a:cubicBezTo>
                      <a:pt x="109084" y="51893"/>
                      <a:pt x="121883" y="64925"/>
                      <a:pt x="121883" y="91709"/>
                    </a:cubicBezTo>
                    <a:lnTo>
                      <a:pt x="121883" y="177726"/>
                    </a:lnTo>
                    <a:lnTo>
                      <a:pt x="80366" y="177726"/>
                    </a:lnTo>
                    <a:lnTo>
                      <a:pt x="80366" y="101173"/>
                    </a:lnTo>
                    <a:cubicBezTo>
                      <a:pt x="80134" y="89095"/>
                      <a:pt x="76744" y="83158"/>
                      <a:pt x="63236" y="83158"/>
                    </a:cubicBezTo>
                    <a:cubicBezTo>
                      <a:pt x="44663" y="83158"/>
                      <a:pt x="41517" y="94065"/>
                      <a:pt x="41517" y="109234"/>
                    </a:cubicBezTo>
                    <a:lnTo>
                      <a:pt x="41517" y="177726"/>
                    </a:lnTo>
                    <a:lnTo>
                      <a:pt x="0" y="177726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652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5A4F980-F063-3AC0-6E74-566A3BE15E97}"/>
                </a:ext>
              </a:extLst>
            </p:cNvPr>
            <p:cNvGrpSpPr/>
            <p:nvPr/>
          </p:nvGrpSpPr>
          <p:grpSpPr>
            <a:xfrm>
              <a:off x="3824442" y="2481552"/>
              <a:ext cx="179889" cy="179891"/>
              <a:chOff x="3824442" y="2481552"/>
              <a:chExt cx="179889" cy="179891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D4138414-CCD1-BBA6-9041-34FFACD4EECC}"/>
                  </a:ext>
                </a:extLst>
              </p:cNvPr>
              <p:cNvSpPr/>
              <p:nvPr/>
            </p:nvSpPr>
            <p:spPr>
              <a:xfrm>
                <a:off x="382444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2976F9C0-5C8A-C028-04ED-152FEC42C34A}"/>
                  </a:ext>
                </a:extLst>
              </p:cNvPr>
              <p:cNvSpPr/>
              <p:nvPr/>
            </p:nvSpPr>
            <p:spPr>
              <a:xfrm>
                <a:off x="3887569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701F635B-84BD-822A-8AFB-F895023B92D4}"/>
                  </a:ext>
                </a:extLst>
              </p:cNvPr>
              <p:cNvSpPr/>
              <p:nvPr/>
            </p:nvSpPr>
            <p:spPr>
              <a:xfrm>
                <a:off x="395068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5F49D44E-0E4A-6ED1-0F3B-8B15E9E87337}"/>
                  </a:ext>
                </a:extLst>
              </p:cNvPr>
              <p:cNvSpPr/>
              <p:nvPr/>
            </p:nvSpPr>
            <p:spPr>
              <a:xfrm>
                <a:off x="382444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8F694276-561E-8215-195A-54BDDDC501A6}"/>
                  </a:ext>
                </a:extLst>
              </p:cNvPr>
              <p:cNvSpPr/>
              <p:nvPr/>
            </p:nvSpPr>
            <p:spPr>
              <a:xfrm>
                <a:off x="3887569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038FD1D7-34B1-A268-9586-93F265005FFF}"/>
                  </a:ext>
                </a:extLst>
              </p:cNvPr>
              <p:cNvSpPr/>
              <p:nvPr/>
            </p:nvSpPr>
            <p:spPr>
              <a:xfrm>
                <a:off x="395068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5B2AE8D3-05B1-8A5C-83AD-FCE1AB2F20C3}"/>
                  </a:ext>
                </a:extLst>
              </p:cNvPr>
              <p:cNvSpPr/>
              <p:nvPr/>
            </p:nvSpPr>
            <p:spPr>
              <a:xfrm>
                <a:off x="382444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58429BD0-5FA1-4574-4BBF-21CF776B0C9A}"/>
                  </a:ext>
                </a:extLst>
              </p:cNvPr>
              <p:cNvSpPr/>
              <p:nvPr/>
            </p:nvSpPr>
            <p:spPr>
              <a:xfrm>
                <a:off x="3887569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E46D4B58-2D8C-7250-6CC4-D6DD0088DC9B}"/>
                  </a:ext>
                </a:extLst>
              </p:cNvPr>
              <p:cNvSpPr/>
              <p:nvPr/>
            </p:nvSpPr>
            <p:spPr>
              <a:xfrm>
                <a:off x="395068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0A8E268C-22C7-8621-3E6C-A2C9D817E31F}"/>
              </a:ext>
            </a:extLst>
          </p:cNvPr>
          <p:cNvSpPr txBox="1">
            <a:spLocks/>
          </p:cNvSpPr>
          <p:nvPr userDrawn="1"/>
        </p:nvSpPr>
        <p:spPr>
          <a:xfrm>
            <a:off x="8757480" y="4806255"/>
            <a:ext cx="14908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37A3306-72CE-48AC-9363-0EAE74D66663}" type="slidenum">
              <a:rPr lang="en-IN" sz="800" smtClean="0">
                <a:solidFill>
                  <a:schemeClr val="bg1"/>
                </a:solidFill>
              </a:rPr>
              <a:pPr algn="r"/>
              <a:t>‹#›</a:t>
            </a:fld>
            <a:endParaRPr lang="en-IN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74335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White_Title_1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F99B7637-DD38-04EB-3AD0-0FD38EA956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283" y="1685353"/>
            <a:ext cx="4111749" cy="88639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</a:t>
            </a:r>
            <a:br>
              <a:rPr lang="en-US"/>
            </a:br>
            <a:r>
              <a:rPr lang="en-US"/>
              <a:t>title style</a:t>
            </a:r>
            <a:endParaRPr lang="en-I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AF336B3-5A8C-25F1-33CE-D6076010FF8F}"/>
              </a:ext>
            </a:extLst>
          </p:cNvPr>
          <p:cNvGrpSpPr/>
          <p:nvPr userDrawn="1"/>
        </p:nvGrpSpPr>
        <p:grpSpPr>
          <a:xfrm>
            <a:off x="339284" y="475910"/>
            <a:ext cx="2177206" cy="263085"/>
            <a:chOff x="3824442" y="2481198"/>
            <a:chExt cx="1494463" cy="18058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7B2D04C-9314-8E60-7E9B-15543D35D0E3}"/>
                </a:ext>
              </a:extLst>
            </p:cNvPr>
            <p:cNvGrpSpPr/>
            <p:nvPr/>
          </p:nvGrpSpPr>
          <p:grpSpPr>
            <a:xfrm>
              <a:off x="4083922" y="2481198"/>
              <a:ext cx="1234983" cy="180585"/>
              <a:chOff x="4083922" y="2481198"/>
              <a:chExt cx="1234983" cy="180585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1E3A01C8-2160-B076-0926-21B756EBF655}"/>
                  </a:ext>
                </a:extLst>
              </p:cNvPr>
              <p:cNvSpPr/>
              <p:nvPr/>
            </p:nvSpPr>
            <p:spPr>
              <a:xfrm>
                <a:off x="4083922" y="2481198"/>
                <a:ext cx="159274" cy="180558"/>
              </a:xfrm>
              <a:custGeom>
                <a:avLst/>
                <a:gdLst>
                  <a:gd name="connsiteX0" fmla="*/ 159275 w 159274"/>
                  <a:gd name="connsiteY0" fmla="*/ 111848 h 180558"/>
                  <a:gd name="connsiteX1" fmla="*/ 159275 w 159274"/>
                  <a:gd name="connsiteY1" fmla="*/ 117063 h 180558"/>
                  <a:gd name="connsiteX2" fmla="*/ 142622 w 159274"/>
                  <a:gd name="connsiteY2" fmla="*/ 167541 h 180558"/>
                  <a:gd name="connsiteX3" fmla="*/ 85186 w 159274"/>
                  <a:gd name="connsiteY3" fmla="*/ 180558 h 180558"/>
                  <a:gd name="connsiteX4" fmla="*/ 0 w 159274"/>
                  <a:gd name="connsiteY4" fmla="*/ 113264 h 180558"/>
                  <a:gd name="connsiteX5" fmla="*/ 0 w 159274"/>
                  <a:gd name="connsiteY5" fmla="*/ 67294 h 180558"/>
                  <a:gd name="connsiteX6" fmla="*/ 85186 w 159274"/>
                  <a:gd name="connsiteY6" fmla="*/ 0 h 180558"/>
                  <a:gd name="connsiteX7" fmla="*/ 159043 w 159274"/>
                  <a:gd name="connsiteY7" fmla="*/ 58307 h 180558"/>
                  <a:gd name="connsiteX8" fmla="*/ 159043 w 159274"/>
                  <a:gd name="connsiteY8" fmla="*/ 65183 h 180558"/>
                  <a:gd name="connsiteX9" fmla="*/ 109315 w 159274"/>
                  <a:gd name="connsiteY9" fmla="*/ 65183 h 180558"/>
                  <a:gd name="connsiteX10" fmla="*/ 109315 w 159274"/>
                  <a:gd name="connsiteY10" fmla="*/ 58307 h 180558"/>
                  <a:gd name="connsiteX11" fmla="*/ 79876 w 159274"/>
                  <a:gd name="connsiteY11" fmla="*/ 41232 h 180558"/>
                  <a:gd name="connsiteX12" fmla="*/ 49701 w 159274"/>
                  <a:gd name="connsiteY12" fmla="*/ 74892 h 180558"/>
                  <a:gd name="connsiteX13" fmla="*/ 49701 w 159274"/>
                  <a:gd name="connsiteY13" fmla="*/ 102616 h 180558"/>
                  <a:gd name="connsiteX14" fmla="*/ 79876 w 159274"/>
                  <a:gd name="connsiteY14" fmla="*/ 139354 h 180558"/>
                  <a:gd name="connsiteX15" fmla="*/ 109560 w 159274"/>
                  <a:gd name="connsiteY15" fmla="*/ 117091 h 180558"/>
                  <a:gd name="connsiteX16" fmla="*/ 109560 w 159274"/>
                  <a:gd name="connsiteY16" fmla="*/ 111875 h 180558"/>
                  <a:gd name="connsiteX17" fmla="*/ 159275 w 159274"/>
                  <a:gd name="connsiteY17" fmla="*/ 111875 h 180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9274" h="180558">
                    <a:moveTo>
                      <a:pt x="159275" y="111848"/>
                    </a:moveTo>
                    <a:lnTo>
                      <a:pt x="159275" y="117063"/>
                    </a:lnTo>
                    <a:cubicBezTo>
                      <a:pt x="159275" y="136481"/>
                      <a:pt x="159030" y="154019"/>
                      <a:pt x="142622" y="167541"/>
                    </a:cubicBezTo>
                    <a:cubicBezTo>
                      <a:pt x="126200" y="180803"/>
                      <a:pt x="106183" y="180558"/>
                      <a:pt x="85186" y="180558"/>
                    </a:cubicBezTo>
                    <a:cubicBezTo>
                      <a:pt x="35948" y="180558"/>
                      <a:pt x="0" y="178189"/>
                      <a:pt x="0" y="113264"/>
                    </a:cubicBezTo>
                    <a:lnTo>
                      <a:pt x="0" y="67294"/>
                    </a:lnTo>
                    <a:cubicBezTo>
                      <a:pt x="-14" y="8538"/>
                      <a:pt x="32081" y="0"/>
                      <a:pt x="85186" y="0"/>
                    </a:cubicBezTo>
                    <a:cubicBezTo>
                      <a:pt x="134901" y="0"/>
                      <a:pt x="158077" y="4970"/>
                      <a:pt x="159043" y="58307"/>
                    </a:cubicBezTo>
                    <a:lnTo>
                      <a:pt x="159043" y="65183"/>
                    </a:lnTo>
                    <a:lnTo>
                      <a:pt x="109315" y="65183"/>
                    </a:lnTo>
                    <a:lnTo>
                      <a:pt x="109315" y="58307"/>
                    </a:lnTo>
                    <a:cubicBezTo>
                      <a:pt x="107640" y="42430"/>
                      <a:pt x="96284" y="41232"/>
                      <a:pt x="79876" y="41232"/>
                    </a:cubicBezTo>
                    <a:cubicBezTo>
                      <a:pt x="52356" y="41232"/>
                      <a:pt x="49701" y="49538"/>
                      <a:pt x="49701" y="74892"/>
                    </a:cubicBezTo>
                    <a:lnTo>
                      <a:pt x="49701" y="102616"/>
                    </a:lnTo>
                    <a:cubicBezTo>
                      <a:pt x="49701" y="129169"/>
                      <a:pt x="50913" y="139354"/>
                      <a:pt x="79876" y="139354"/>
                    </a:cubicBezTo>
                    <a:cubicBezTo>
                      <a:pt x="99906" y="139354"/>
                      <a:pt x="109560" y="137938"/>
                      <a:pt x="109560" y="117091"/>
                    </a:cubicBezTo>
                    <a:lnTo>
                      <a:pt x="109560" y="111875"/>
                    </a:lnTo>
                    <a:lnTo>
                      <a:pt x="159275" y="111875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75079886-E9B2-706F-EBD8-7376D456432F}"/>
                  </a:ext>
                </a:extLst>
              </p:cNvPr>
              <p:cNvSpPr/>
              <p:nvPr/>
            </p:nvSpPr>
            <p:spPr>
              <a:xfrm>
                <a:off x="4261525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E5B71FCE-9583-CA78-D58B-67158260FC61}"/>
                  </a:ext>
                </a:extLst>
              </p:cNvPr>
              <p:cNvSpPr/>
              <p:nvPr/>
            </p:nvSpPr>
            <p:spPr>
              <a:xfrm>
                <a:off x="4316564" y="2509643"/>
                <a:ext cx="110540" cy="152126"/>
              </a:xfrm>
              <a:custGeom>
                <a:avLst/>
                <a:gdLst>
                  <a:gd name="connsiteX0" fmla="*/ 104985 w 110540"/>
                  <a:gd name="connsiteY0" fmla="*/ 56142 h 152126"/>
                  <a:gd name="connsiteX1" fmla="*/ 56959 w 110540"/>
                  <a:gd name="connsiteY1" fmla="*/ 56142 h 152126"/>
                  <a:gd name="connsiteX2" fmla="*/ 56959 w 110540"/>
                  <a:gd name="connsiteY2" fmla="*/ 111835 h 152126"/>
                  <a:gd name="connsiteX3" fmla="*/ 66382 w 110540"/>
                  <a:gd name="connsiteY3" fmla="*/ 122265 h 152126"/>
                  <a:gd name="connsiteX4" fmla="*/ 77234 w 110540"/>
                  <a:gd name="connsiteY4" fmla="*/ 106156 h 152126"/>
                  <a:gd name="connsiteX5" fmla="*/ 77479 w 110540"/>
                  <a:gd name="connsiteY5" fmla="*/ 99511 h 152126"/>
                  <a:gd name="connsiteX6" fmla="*/ 110541 w 110540"/>
                  <a:gd name="connsiteY6" fmla="*/ 99511 h 152126"/>
                  <a:gd name="connsiteX7" fmla="*/ 110541 w 110540"/>
                  <a:gd name="connsiteY7" fmla="*/ 110650 h 152126"/>
                  <a:gd name="connsiteX8" fmla="*/ 63958 w 110540"/>
                  <a:gd name="connsiteY8" fmla="*/ 152127 h 152126"/>
                  <a:gd name="connsiteX9" fmla="*/ 15455 w 110540"/>
                  <a:gd name="connsiteY9" fmla="*/ 117526 h 152126"/>
                  <a:gd name="connsiteX10" fmla="*/ 15455 w 110540"/>
                  <a:gd name="connsiteY10" fmla="*/ 56142 h 152126"/>
                  <a:gd name="connsiteX11" fmla="*/ 0 w 110540"/>
                  <a:gd name="connsiteY11" fmla="*/ 56142 h 152126"/>
                  <a:gd name="connsiteX12" fmla="*/ 0 w 110540"/>
                  <a:gd name="connsiteY12" fmla="*/ 26294 h 152126"/>
                  <a:gd name="connsiteX13" fmla="*/ 15455 w 110540"/>
                  <a:gd name="connsiteY13" fmla="*/ 26294 h 152126"/>
                  <a:gd name="connsiteX14" fmla="*/ 15455 w 110540"/>
                  <a:gd name="connsiteY14" fmla="*/ 0 h 152126"/>
                  <a:gd name="connsiteX15" fmla="*/ 56959 w 110540"/>
                  <a:gd name="connsiteY15" fmla="*/ 0 h 152126"/>
                  <a:gd name="connsiteX16" fmla="*/ 56959 w 110540"/>
                  <a:gd name="connsiteY16" fmla="*/ 26294 h 152126"/>
                  <a:gd name="connsiteX17" fmla="*/ 104985 w 110540"/>
                  <a:gd name="connsiteY17" fmla="*/ 26294 h 152126"/>
                  <a:gd name="connsiteX18" fmla="*/ 104985 w 110540"/>
                  <a:gd name="connsiteY18" fmla="*/ 56142 h 15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0540" h="152126">
                    <a:moveTo>
                      <a:pt x="104985" y="56142"/>
                    </a:moveTo>
                    <a:lnTo>
                      <a:pt x="56959" y="56142"/>
                    </a:lnTo>
                    <a:lnTo>
                      <a:pt x="56959" y="111835"/>
                    </a:lnTo>
                    <a:cubicBezTo>
                      <a:pt x="57204" y="119188"/>
                      <a:pt x="58674" y="122265"/>
                      <a:pt x="66382" y="122265"/>
                    </a:cubicBezTo>
                    <a:cubicBezTo>
                      <a:pt x="77234" y="122265"/>
                      <a:pt x="76758" y="114680"/>
                      <a:pt x="77234" y="106156"/>
                    </a:cubicBezTo>
                    <a:lnTo>
                      <a:pt x="77479" y="99511"/>
                    </a:lnTo>
                    <a:lnTo>
                      <a:pt x="110541" y="99511"/>
                    </a:lnTo>
                    <a:lnTo>
                      <a:pt x="110541" y="110650"/>
                    </a:lnTo>
                    <a:cubicBezTo>
                      <a:pt x="110541" y="144542"/>
                      <a:pt x="97741" y="152127"/>
                      <a:pt x="63958" y="152127"/>
                    </a:cubicBezTo>
                    <a:cubicBezTo>
                      <a:pt x="37419" y="152127"/>
                      <a:pt x="15455" y="148804"/>
                      <a:pt x="15455" y="117526"/>
                    </a:cubicBezTo>
                    <a:lnTo>
                      <a:pt x="15455" y="56142"/>
                    </a:lnTo>
                    <a:lnTo>
                      <a:pt x="0" y="56142"/>
                    </a:lnTo>
                    <a:lnTo>
                      <a:pt x="0" y="26294"/>
                    </a:lnTo>
                    <a:lnTo>
                      <a:pt x="15455" y="26294"/>
                    </a:lnTo>
                    <a:lnTo>
                      <a:pt x="15455" y="0"/>
                    </a:lnTo>
                    <a:lnTo>
                      <a:pt x="56959" y="0"/>
                    </a:lnTo>
                    <a:lnTo>
                      <a:pt x="56959" y="26294"/>
                    </a:lnTo>
                    <a:lnTo>
                      <a:pt x="104985" y="26294"/>
                    </a:lnTo>
                    <a:lnTo>
                      <a:pt x="104985" y="5614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A3AF6F42-D8E4-671B-1A03-46D380CC92E3}"/>
                  </a:ext>
                </a:extLst>
              </p:cNvPr>
              <p:cNvSpPr/>
              <p:nvPr/>
            </p:nvSpPr>
            <p:spPr>
              <a:xfrm>
                <a:off x="4440599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9BC42657-CD27-7BA2-CDCF-14EDEC1B2381}"/>
                  </a:ext>
                </a:extLst>
              </p:cNvPr>
              <p:cNvSpPr/>
              <p:nvPr/>
            </p:nvSpPr>
            <p:spPr>
              <a:xfrm>
                <a:off x="4504570" y="2535923"/>
                <a:ext cx="121651" cy="125846"/>
              </a:xfrm>
              <a:custGeom>
                <a:avLst/>
                <a:gdLst>
                  <a:gd name="connsiteX0" fmla="*/ 81333 w 121651"/>
                  <a:gd name="connsiteY0" fmla="*/ 124430 h 125846"/>
                  <a:gd name="connsiteX1" fmla="*/ 82790 w 121651"/>
                  <a:gd name="connsiteY1" fmla="*/ 100492 h 125846"/>
                  <a:gd name="connsiteX2" fmla="*/ 80856 w 121651"/>
                  <a:gd name="connsiteY2" fmla="*/ 100492 h 125846"/>
                  <a:gd name="connsiteX3" fmla="*/ 42961 w 121651"/>
                  <a:gd name="connsiteY3" fmla="*/ 125846 h 125846"/>
                  <a:gd name="connsiteX4" fmla="*/ 0 w 121651"/>
                  <a:gd name="connsiteY4" fmla="*/ 85091 h 125846"/>
                  <a:gd name="connsiteX5" fmla="*/ 0 w 121651"/>
                  <a:gd name="connsiteY5" fmla="*/ 0 h 125846"/>
                  <a:gd name="connsiteX6" fmla="*/ 41517 w 121651"/>
                  <a:gd name="connsiteY6" fmla="*/ 0 h 125846"/>
                  <a:gd name="connsiteX7" fmla="*/ 41517 w 121651"/>
                  <a:gd name="connsiteY7" fmla="*/ 74184 h 125846"/>
                  <a:gd name="connsiteX8" fmla="*/ 56727 w 121651"/>
                  <a:gd name="connsiteY8" fmla="*/ 94555 h 125846"/>
                  <a:gd name="connsiteX9" fmla="*/ 80134 w 121651"/>
                  <a:gd name="connsiteY9" fmla="*/ 76540 h 125846"/>
                  <a:gd name="connsiteX10" fmla="*/ 80134 w 121651"/>
                  <a:gd name="connsiteY10" fmla="*/ 0 h 125846"/>
                  <a:gd name="connsiteX11" fmla="*/ 121652 w 121651"/>
                  <a:gd name="connsiteY11" fmla="*/ 0 h 125846"/>
                  <a:gd name="connsiteX12" fmla="*/ 121652 w 121651"/>
                  <a:gd name="connsiteY12" fmla="*/ 124416 h 125846"/>
                  <a:gd name="connsiteX13" fmla="*/ 81346 w 121651"/>
                  <a:gd name="connsiteY13" fmla="*/ 124416 h 125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651" h="125846">
                    <a:moveTo>
                      <a:pt x="81333" y="124430"/>
                    </a:moveTo>
                    <a:lnTo>
                      <a:pt x="82790" y="100492"/>
                    </a:lnTo>
                    <a:lnTo>
                      <a:pt x="80856" y="100492"/>
                    </a:lnTo>
                    <a:cubicBezTo>
                      <a:pt x="75055" y="119691"/>
                      <a:pt x="60581" y="125846"/>
                      <a:pt x="42961" y="125846"/>
                    </a:cubicBezTo>
                    <a:cubicBezTo>
                      <a:pt x="17865" y="125846"/>
                      <a:pt x="0" y="115416"/>
                      <a:pt x="0" y="85091"/>
                    </a:cubicBez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4184"/>
                    </a:lnTo>
                    <a:cubicBezTo>
                      <a:pt x="41517" y="85554"/>
                      <a:pt x="42729" y="94555"/>
                      <a:pt x="56727" y="94555"/>
                    </a:cubicBezTo>
                    <a:cubicBezTo>
                      <a:pt x="67825" y="94555"/>
                      <a:pt x="80134" y="88863"/>
                      <a:pt x="80134" y="76540"/>
                    </a:cubicBezTo>
                    <a:lnTo>
                      <a:pt x="80134" y="0"/>
                    </a:lnTo>
                    <a:lnTo>
                      <a:pt x="121652" y="0"/>
                    </a:lnTo>
                    <a:lnTo>
                      <a:pt x="121652" y="124416"/>
                    </a:lnTo>
                    <a:lnTo>
                      <a:pt x="81346" y="12441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61E48EC-4F0C-B4FD-9B67-5BD43BA6856C}"/>
                  </a:ext>
                </a:extLst>
              </p:cNvPr>
              <p:cNvSpPr/>
              <p:nvPr/>
            </p:nvSpPr>
            <p:spPr>
              <a:xfrm>
                <a:off x="4648403" y="2534548"/>
                <a:ext cx="124048" cy="127235"/>
              </a:xfrm>
              <a:custGeom>
                <a:avLst/>
                <a:gdLst>
                  <a:gd name="connsiteX0" fmla="*/ 78909 w 124048"/>
                  <a:gd name="connsiteY0" fmla="*/ 36711 h 127235"/>
                  <a:gd name="connsiteX1" fmla="*/ 62024 w 124048"/>
                  <a:gd name="connsiteY1" fmla="*/ 26280 h 127235"/>
                  <a:gd name="connsiteX2" fmla="*/ 40292 w 124048"/>
                  <a:gd name="connsiteY2" fmla="*/ 36234 h 127235"/>
                  <a:gd name="connsiteX3" fmla="*/ 62024 w 124048"/>
                  <a:gd name="connsiteY3" fmla="*/ 47128 h 127235"/>
                  <a:gd name="connsiteX4" fmla="*/ 124048 w 124048"/>
                  <a:gd name="connsiteY4" fmla="*/ 85282 h 127235"/>
                  <a:gd name="connsiteX5" fmla="*/ 62024 w 124048"/>
                  <a:gd name="connsiteY5" fmla="*/ 127235 h 127235"/>
                  <a:gd name="connsiteX6" fmla="*/ 0 w 124048"/>
                  <a:gd name="connsiteY6" fmla="*/ 86943 h 127235"/>
                  <a:gd name="connsiteX7" fmla="*/ 41504 w 124048"/>
                  <a:gd name="connsiteY7" fmla="*/ 86943 h 127235"/>
                  <a:gd name="connsiteX8" fmla="*/ 62024 w 124048"/>
                  <a:gd name="connsiteY8" fmla="*/ 100927 h 127235"/>
                  <a:gd name="connsiteX9" fmla="*/ 83743 w 124048"/>
                  <a:gd name="connsiteY9" fmla="*/ 90034 h 127235"/>
                  <a:gd name="connsiteX10" fmla="*/ 62024 w 124048"/>
                  <a:gd name="connsiteY10" fmla="*/ 77725 h 127235"/>
                  <a:gd name="connsiteX11" fmla="*/ 0 w 124048"/>
                  <a:gd name="connsiteY11" fmla="*/ 40755 h 127235"/>
                  <a:gd name="connsiteX12" fmla="*/ 62024 w 124048"/>
                  <a:gd name="connsiteY12" fmla="*/ 0 h 127235"/>
                  <a:gd name="connsiteX13" fmla="*/ 118016 w 124048"/>
                  <a:gd name="connsiteY13" fmla="*/ 30801 h 127235"/>
                  <a:gd name="connsiteX14" fmla="*/ 118016 w 124048"/>
                  <a:gd name="connsiteY14" fmla="*/ 36724 h 127235"/>
                  <a:gd name="connsiteX15" fmla="*/ 78909 w 124048"/>
                  <a:gd name="connsiteY15" fmla="*/ 36724 h 127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4048" h="127235">
                    <a:moveTo>
                      <a:pt x="78909" y="36711"/>
                    </a:moveTo>
                    <a:cubicBezTo>
                      <a:pt x="77479" y="26280"/>
                      <a:pt x="68533" y="26280"/>
                      <a:pt x="62024" y="26280"/>
                    </a:cubicBezTo>
                    <a:cubicBezTo>
                      <a:pt x="40292" y="26280"/>
                      <a:pt x="40292" y="28895"/>
                      <a:pt x="40292" y="36234"/>
                    </a:cubicBezTo>
                    <a:cubicBezTo>
                      <a:pt x="40292" y="42389"/>
                      <a:pt x="40782" y="46665"/>
                      <a:pt x="62024" y="47128"/>
                    </a:cubicBezTo>
                    <a:cubicBezTo>
                      <a:pt x="104985" y="48081"/>
                      <a:pt x="124048" y="50450"/>
                      <a:pt x="124048" y="85282"/>
                    </a:cubicBezTo>
                    <a:cubicBezTo>
                      <a:pt x="124048" y="120114"/>
                      <a:pt x="95317" y="127235"/>
                      <a:pt x="62024" y="127235"/>
                    </a:cubicBezTo>
                    <a:cubicBezTo>
                      <a:pt x="28731" y="127235"/>
                      <a:pt x="0" y="127943"/>
                      <a:pt x="0" y="86943"/>
                    </a:cubicBezTo>
                    <a:lnTo>
                      <a:pt x="41504" y="86943"/>
                    </a:lnTo>
                    <a:cubicBezTo>
                      <a:pt x="41504" y="100927"/>
                      <a:pt x="51880" y="100927"/>
                      <a:pt x="62024" y="100927"/>
                    </a:cubicBezTo>
                    <a:cubicBezTo>
                      <a:pt x="80843" y="100927"/>
                      <a:pt x="83743" y="99756"/>
                      <a:pt x="83743" y="90034"/>
                    </a:cubicBezTo>
                    <a:cubicBezTo>
                      <a:pt x="83743" y="77725"/>
                      <a:pt x="76499" y="77725"/>
                      <a:pt x="62024" y="77725"/>
                    </a:cubicBezTo>
                    <a:cubicBezTo>
                      <a:pt x="9409" y="77725"/>
                      <a:pt x="0" y="66109"/>
                      <a:pt x="0" y="40755"/>
                    </a:cubicBezTo>
                    <a:cubicBezTo>
                      <a:pt x="0" y="708"/>
                      <a:pt x="26784" y="0"/>
                      <a:pt x="62024" y="0"/>
                    </a:cubicBezTo>
                    <a:cubicBezTo>
                      <a:pt x="85186" y="0"/>
                      <a:pt x="118016" y="231"/>
                      <a:pt x="118016" y="30801"/>
                    </a:cubicBezTo>
                    <a:lnTo>
                      <a:pt x="118016" y="36724"/>
                    </a:lnTo>
                    <a:lnTo>
                      <a:pt x="78909" y="36724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4A3EAAEF-B61A-2B85-848F-765CE795C0C3}"/>
                  </a:ext>
                </a:extLst>
              </p:cNvPr>
              <p:cNvSpPr/>
              <p:nvPr/>
            </p:nvSpPr>
            <p:spPr>
              <a:xfrm>
                <a:off x="4780418" y="2482641"/>
                <a:ext cx="143356" cy="177712"/>
              </a:xfrm>
              <a:custGeom>
                <a:avLst/>
                <a:gdLst>
                  <a:gd name="connsiteX0" fmla="*/ 94609 w 143356"/>
                  <a:gd name="connsiteY0" fmla="*/ 177712 h 177712"/>
                  <a:gd name="connsiteX1" fmla="*/ 46338 w 143356"/>
                  <a:gd name="connsiteY1" fmla="*/ 177712 h 177712"/>
                  <a:gd name="connsiteX2" fmla="*/ 46338 w 143356"/>
                  <a:gd name="connsiteY2" fmla="*/ 41218 h 177712"/>
                  <a:gd name="connsiteX3" fmla="*/ 0 w 143356"/>
                  <a:gd name="connsiteY3" fmla="*/ 41218 h 177712"/>
                  <a:gd name="connsiteX4" fmla="*/ 0 w 143356"/>
                  <a:gd name="connsiteY4" fmla="*/ 0 h 177712"/>
                  <a:gd name="connsiteX5" fmla="*/ 143357 w 143356"/>
                  <a:gd name="connsiteY5" fmla="*/ 0 h 177712"/>
                  <a:gd name="connsiteX6" fmla="*/ 143357 w 143356"/>
                  <a:gd name="connsiteY6" fmla="*/ 41218 h 177712"/>
                  <a:gd name="connsiteX7" fmla="*/ 94609 w 143356"/>
                  <a:gd name="connsiteY7" fmla="*/ 41218 h 177712"/>
                  <a:gd name="connsiteX8" fmla="*/ 94609 w 143356"/>
                  <a:gd name="connsiteY8" fmla="*/ 177712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3356" h="177712">
                    <a:moveTo>
                      <a:pt x="94609" y="177712"/>
                    </a:moveTo>
                    <a:lnTo>
                      <a:pt x="46338" y="177712"/>
                    </a:lnTo>
                    <a:lnTo>
                      <a:pt x="46338" y="41218"/>
                    </a:lnTo>
                    <a:lnTo>
                      <a:pt x="0" y="41218"/>
                    </a:lnTo>
                    <a:lnTo>
                      <a:pt x="0" y="0"/>
                    </a:lnTo>
                    <a:lnTo>
                      <a:pt x="143357" y="0"/>
                    </a:lnTo>
                    <a:lnTo>
                      <a:pt x="143357" y="41218"/>
                    </a:lnTo>
                    <a:lnTo>
                      <a:pt x="94609" y="41218"/>
                    </a:lnTo>
                    <a:lnTo>
                      <a:pt x="94609" y="17771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688B20F1-2DAB-2074-E084-B59DBCB76590}"/>
                  </a:ext>
                </a:extLst>
              </p:cNvPr>
              <p:cNvSpPr/>
              <p:nvPr/>
            </p:nvSpPr>
            <p:spPr>
              <a:xfrm>
                <a:off x="4917525" y="2534521"/>
                <a:ext cx="123830" cy="127248"/>
              </a:xfrm>
              <a:custGeom>
                <a:avLst/>
                <a:gdLst>
                  <a:gd name="connsiteX0" fmla="*/ 82313 w 123830"/>
                  <a:gd name="connsiteY0" fmla="*/ 48108 h 127248"/>
                  <a:gd name="connsiteX1" fmla="*/ 61303 w 123830"/>
                  <a:gd name="connsiteY1" fmla="*/ 28432 h 127248"/>
                  <a:gd name="connsiteX2" fmla="*/ 41517 w 123830"/>
                  <a:gd name="connsiteY2" fmla="*/ 48108 h 127248"/>
                  <a:gd name="connsiteX3" fmla="*/ 82313 w 123830"/>
                  <a:gd name="connsiteY3" fmla="*/ 48108 h 127248"/>
                  <a:gd name="connsiteX4" fmla="*/ 123817 w 123830"/>
                  <a:gd name="connsiteY4" fmla="*/ 84369 h 127248"/>
                  <a:gd name="connsiteX5" fmla="*/ 106674 w 123830"/>
                  <a:gd name="connsiteY5" fmla="*/ 119909 h 127248"/>
                  <a:gd name="connsiteX6" fmla="*/ 62024 w 123830"/>
                  <a:gd name="connsiteY6" fmla="*/ 127249 h 127248"/>
                  <a:gd name="connsiteX7" fmla="*/ 0 w 123830"/>
                  <a:gd name="connsiteY7" fmla="*/ 63740 h 127248"/>
                  <a:gd name="connsiteX8" fmla="*/ 62024 w 123830"/>
                  <a:gd name="connsiteY8" fmla="*/ 0 h 127248"/>
                  <a:gd name="connsiteX9" fmla="*/ 123817 w 123830"/>
                  <a:gd name="connsiteY9" fmla="*/ 63740 h 127248"/>
                  <a:gd name="connsiteX10" fmla="*/ 123817 w 123830"/>
                  <a:gd name="connsiteY10" fmla="*/ 70617 h 127248"/>
                  <a:gd name="connsiteX11" fmla="*/ 41517 w 123830"/>
                  <a:gd name="connsiteY11" fmla="*/ 70617 h 127248"/>
                  <a:gd name="connsiteX12" fmla="*/ 62024 w 123830"/>
                  <a:gd name="connsiteY12" fmla="*/ 98803 h 127248"/>
                  <a:gd name="connsiteX13" fmla="*/ 83035 w 123830"/>
                  <a:gd name="connsiteY13" fmla="*/ 84356 h 127248"/>
                  <a:gd name="connsiteX14" fmla="*/ 123831 w 123830"/>
                  <a:gd name="connsiteY14" fmla="*/ 84356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3830" h="127248">
                    <a:moveTo>
                      <a:pt x="82313" y="48108"/>
                    </a:moveTo>
                    <a:cubicBezTo>
                      <a:pt x="82313" y="29616"/>
                      <a:pt x="75301" y="28432"/>
                      <a:pt x="61303" y="28432"/>
                    </a:cubicBezTo>
                    <a:cubicBezTo>
                      <a:pt x="46583" y="28432"/>
                      <a:pt x="41994" y="31754"/>
                      <a:pt x="41517" y="48108"/>
                    </a:cubicBezTo>
                    <a:lnTo>
                      <a:pt x="82313" y="48108"/>
                    </a:lnTo>
                    <a:close/>
                    <a:moveTo>
                      <a:pt x="123817" y="84369"/>
                    </a:moveTo>
                    <a:cubicBezTo>
                      <a:pt x="123817" y="103093"/>
                      <a:pt x="117540" y="113754"/>
                      <a:pt x="106674" y="119909"/>
                    </a:cubicBezTo>
                    <a:cubicBezTo>
                      <a:pt x="95807" y="125833"/>
                      <a:pt x="80366" y="127249"/>
                      <a:pt x="62024" y="127249"/>
                    </a:cubicBezTo>
                    <a:cubicBezTo>
                      <a:pt x="12064" y="127249"/>
                      <a:pt x="0" y="110187"/>
                      <a:pt x="0" y="63740"/>
                    </a:cubicBezTo>
                    <a:cubicBezTo>
                      <a:pt x="0" y="17293"/>
                      <a:pt x="11098" y="0"/>
                      <a:pt x="62024" y="0"/>
                    </a:cubicBezTo>
                    <a:cubicBezTo>
                      <a:pt x="109574" y="0"/>
                      <a:pt x="123817" y="13031"/>
                      <a:pt x="123817" y="63740"/>
                    </a:cubicBezTo>
                    <a:lnTo>
                      <a:pt x="123817" y="70617"/>
                    </a:lnTo>
                    <a:lnTo>
                      <a:pt x="41517" y="70617"/>
                    </a:lnTo>
                    <a:cubicBezTo>
                      <a:pt x="41517" y="92403"/>
                      <a:pt x="44894" y="98803"/>
                      <a:pt x="62024" y="98803"/>
                    </a:cubicBezTo>
                    <a:cubicBezTo>
                      <a:pt x="74824" y="98803"/>
                      <a:pt x="83035" y="97387"/>
                      <a:pt x="83035" y="84356"/>
                    </a:cubicBezTo>
                    <a:lnTo>
                      <a:pt x="123831" y="8435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F8F82421-98C8-3CE2-8438-D35DF0D61BF7}"/>
                  </a:ext>
                </a:extLst>
              </p:cNvPr>
              <p:cNvSpPr/>
              <p:nvPr/>
            </p:nvSpPr>
            <p:spPr>
              <a:xfrm>
                <a:off x="5056306" y="2534521"/>
                <a:ext cx="121883" cy="127248"/>
              </a:xfrm>
              <a:custGeom>
                <a:avLst/>
                <a:gdLst>
                  <a:gd name="connsiteX0" fmla="*/ 121883 w 121883"/>
                  <a:gd name="connsiteY0" fmla="*/ 76077 h 127248"/>
                  <a:gd name="connsiteX1" fmla="*/ 107885 w 121883"/>
                  <a:gd name="connsiteY1" fmla="*/ 118956 h 127248"/>
                  <a:gd name="connsiteX2" fmla="*/ 60581 w 121883"/>
                  <a:gd name="connsiteY2" fmla="*/ 127249 h 127248"/>
                  <a:gd name="connsiteX3" fmla="*/ 0 w 121883"/>
                  <a:gd name="connsiteY3" fmla="*/ 63740 h 127248"/>
                  <a:gd name="connsiteX4" fmla="*/ 60581 w 121883"/>
                  <a:gd name="connsiteY4" fmla="*/ 0 h 127248"/>
                  <a:gd name="connsiteX5" fmla="*/ 121883 w 121883"/>
                  <a:gd name="connsiteY5" fmla="*/ 48094 h 127248"/>
                  <a:gd name="connsiteX6" fmla="*/ 80352 w 121883"/>
                  <a:gd name="connsiteY6" fmla="*/ 48094 h 127248"/>
                  <a:gd name="connsiteX7" fmla="*/ 76975 w 121883"/>
                  <a:gd name="connsiteY7" fmla="*/ 34818 h 127248"/>
                  <a:gd name="connsiteX8" fmla="*/ 60567 w 121883"/>
                  <a:gd name="connsiteY8" fmla="*/ 31250 h 127248"/>
                  <a:gd name="connsiteX9" fmla="*/ 41504 w 121883"/>
                  <a:gd name="connsiteY9" fmla="*/ 63726 h 127248"/>
                  <a:gd name="connsiteX10" fmla="*/ 60567 w 121883"/>
                  <a:gd name="connsiteY10" fmla="*/ 95957 h 127248"/>
                  <a:gd name="connsiteX11" fmla="*/ 80352 w 121883"/>
                  <a:gd name="connsiteY11" fmla="*/ 76050 h 127248"/>
                  <a:gd name="connsiteX12" fmla="*/ 121883 w 121883"/>
                  <a:gd name="connsiteY12" fmla="*/ 76050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1883" h="127248">
                    <a:moveTo>
                      <a:pt x="121883" y="76077"/>
                    </a:moveTo>
                    <a:cubicBezTo>
                      <a:pt x="121883" y="99293"/>
                      <a:pt x="117785" y="112093"/>
                      <a:pt x="107885" y="118956"/>
                    </a:cubicBezTo>
                    <a:cubicBezTo>
                      <a:pt x="98231" y="126064"/>
                      <a:pt x="83021" y="127249"/>
                      <a:pt x="60581" y="127249"/>
                    </a:cubicBezTo>
                    <a:cubicBezTo>
                      <a:pt x="11588" y="127249"/>
                      <a:pt x="0" y="112788"/>
                      <a:pt x="0" y="63740"/>
                    </a:cubicBezTo>
                    <a:cubicBezTo>
                      <a:pt x="0" y="21555"/>
                      <a:pt x="8701" y="0"/>
                      <a:pt x="60581" y="0"/>
                    </a:cubicBezTo>
                    <a:cubicBezTo>
                      <a:pt x="97019" y="0"/>
                      <a:pt x="121883" y="3785"/>
                      <a:pt x="121883" y="48094"/>
                    </a:cubicBezTo>
                    <a:lnTo>
                      <a:pt x="80352" y="48094"/>
                    </a:lnTo>
                    <a:cubicBezTo>
                      <a:pt x="80597" y="41463"/>
                      <a:pt x="79889" y="37432"/>
                      <a:pt x="76975" y="34818"/>
                    </a:cubicBezTo>
                    <a:cubicBezTo>
                      <a:pt x="74075" y="32217"/>
                      <a:pt x="69255" y="31250"/>
                      <a:pt x="60567" y="31250"/>
                    </a:cubicBezTo>
                    <a:cubicBezTo>
                      <a:pt x="45848" y="31250"/>
                      <a:pt x="41504" y="35295"/>
                      <a:pt x="41504" y="63726"/>
                    </a:cubicBezTo>
                    <a:cubicBezTo>
                      <a:pt x="41504" y="92158"/>
                      <a:pt x="44881" y="95957"/>
                      <a:pt x="60567" y="95957"/>
                    </a:cubicBezTo>
                    <a:cubicBezTo>
                      <a:pt x="79386" y="95957"/>
                      <a:pt x="80352" y="91450"/>
                      <a:pt x="80352" y="76050"/>
                    </a:cubicBezTo>
                    <a:lnTo>
                      <a:pt x="121883" y="760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3F5C8153-EEFE-3585-CA6F-7C1964736D1E}"/>
                  </a:ext>
                </a:extLst>
              </p:cNvPr>
              <p:cNvSpPr/>
              <p:nvPr/>
            </p:nvSpPr>
            <p:spPr>
              <a:xfrm>
                <a:off x="5197022" y="2482641"/>
                <a:ext cx="121883" cy="177726"/>
              </a:xfrm>
              <a:custGeom>
                <a:avLst/>
                <a:gdLst>
                  <a:gd name="connsiteX0" fmla="*/ 41504 w 121883"/>
                  <a:gd name="connsiteY0" fmla="*/ 76526 h 177726"/>
                  <a:gd name="connsiteX1" fmla="*/ 43192 w 121883"/>
                  <a:gd name="connsiteY1" fmla="*/ 76526 h 177726"/>
                  <a:gd name="connsiteX2" fmla="*/ 81088 w 121883"/>
                  <a:gd name="connsiteY2" fmla="*/ 51893 h 177726"/>
                  <a:gd name="connsiteX3" fmla="*/ 121883 w 121883"/>
                  <a:gd name="connsiteY3" fmla="*/ 91709 h 177726"/>
                  <a:gd name="connsiteX4" fmla="*/ 121883 w 121883"/>
                  <a:gd name="connsiteY4" fmla="*/ 177726 h 177726"/>
                  <a:gd name="connsiteX5" fmla="*/ 80366 w 121883"/>
                  <a:gd name="connsiteY5" fmla="*/ 177726 h 177726"/>
                  <a:gd name="connsiteX6" fmla="*/ 80366 w 121883"/>
                  <a:gd name="connsiteY6" fmla="*/ 101173 h 177726"/>
                  <a:gd name="connsiteX7" fmla="*/ 63236 w 121883"/>
                  <a:gd name="connsiteY7" fmla="*/ 83158 h 177726"/>
                  <a:gd name="connsiteX8" fmla="*/ 41517 w 121883"/>
                  <a:gd name="connsiteY8" fmla="*/ 109234 h 177726"/>
                  <a:gd name="connsiteX9" fmla="*/ 41517 w 121883"/>
                  <a:gd name="connsiteY9" fmla="*/ 177726 h 177726"/>
                  <a:gd name="connsiteX10" fmla="*/ 0 w 121883"/>
                  <a:gd name="connsiteY10" fmla="*/ 177726 h 177726"/>
                  <a:gd name="connsiteX11" fmla="*/ 0 w 121883"/>
                  <a:gd name="connsiteY11" fmla="*/ 0 h 177726"/>
                  <a:gd name="connsiteX12" fmla="*/ 41517 w 121883"/>
                  <a:gd name="connsiteY12" fmla="*/ 0 h 177726"/>
                  <a:gd name="connsiteX13" fmla="*/ 41517 w 121883"/>
                  <a:gd name="connsiteY13" fmla="*/ 76526 h 177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883" h="177726">
                    <a:moveTo>
                      <a:pt x="41504" y="76526"/>
                    </a:moveTo>
                    <a:lnTo>
                      <a:pt x="43192" y="76526"/>
                    </a:lnTo>
                    <a:cubicBezTo>
                      <a:pt x="49225" y="56864"/>
                      <a:pt x="61548" y="51893"/>
                      <a:pt x="81088" y="51893"/>
                    </a:cubicBezTo>
                    <a:cubicBezTo>
                      <a:pt x="109084" y="51893"/>
                      <a:pt x="121883" y="64925"/>
                      <a:pt x="121883" y="91709"/>
                    </a:cubicBezTo>
                    <a:lnTo>
                      <a:pt x="121883" y="177726"/>
                    </a:lnTo>
                    <a:lnTo>
                      <a:pt x="80366" y="177726"/>
                    </a:lnTo>
                    <a:lnTo>
                      <a:pt x="80366" y="101173"/>
                    </a:lnTo>
                    <a:cubicBezTo>
                      <a:pt x="80134" y="89095"/>
                      <a:pt x="76744" y="83158"/>
                      <a:pt x="63236" y="83158"/>
                    </a:cubicBezTo>
                    <a:cubicBezTo>
                      <a:pt x="44663" y="83158"/>
                      <a:pt x="41517" y="94065"/>
                      <a:pt x="41517" y="109234"/>
                    </a:cubicBezTo>
                    <a:lnTo>
                      <a:pt x="41517" y="177726"/>
                    </a:lnTo>
                    <a:lnTo>
                      <a:pt x="0" y="177726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652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28ED852-A1CA-C69A-BA87-A1C1AEAF56A4}"/>
                </a:ext>
              </a:extLst>
            </p:cNvPr>
            <p:cNvGrpSpPr/>
            <p:nvPr/>
          </p:nvGrpSpPr>
          <p:grpSpPr>
            <a:xfrm>
              <a:off x="3824442" y="2481552"/>
              <a:ext cx="179889" cy="179891"/>
              <a:chOff x="3824442" y="2481552"/>
              <a:chExt cx="179889" cy="179891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23482354-E4C3-3C96-54D1-2EA23F0948DF}"/>
                  </a:ext>
                </a:extLst>
              </p:cNvPr>
              <p:cNvSpPr/>
              <p:nvPr/>
            </p:nvSpPr>
            <p:spPr>
              <a:xfrm>
                <a:off x="382444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0B9D79D6-A18C-0B0B-FE20-99F6CF093492}"/>
                  </a:ext>
                </a:extLst>
              </p:cNvPr>
              <p:cNvSpPr/>
              <p:nvPr/>
            </p:nvSpPr>
            <p:spPr>
              <a:xfrm>
                <a:off x="3887569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57E6BB69-BEA9-EE9F-08A5-6FC2E064FEB2}"/>
                  </a:ext>
                </a:extLst>
              </p:cNvPr>
              <p:cNvSpPr/>
              <p:nvPr/>
            </p:nvSpPr>
            <p:spPr>
              <a:xfrm>
                <a:off x="395068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71B79C0E-98BE-A87B-F8B2-F791DD8DCCD1}"/>
                  </a:ext>
                </a:extLst>
              </p:cNvPr>
              <p:cNvSpPr/>
              <p:nvPr/>
            </p:nvSpPr>
            <p:spPr>
              <a:xfrm>
                <a:off x="382444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5D6A3F40-8A63-E9AF-9A1B-54A6C6B611EC}"/>
                  </a:ext>
                </a:extLst>
              </p:cNvPr>
              <p:cNvSpPr/>
              <p:nvPr/>
            </p:nvSpPr>
            <p:spPr>
              <a:xfrm>
                <a:off x="3887569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7290A2F5-5E55-E096-052A-C23B1FA5968D}"/>
                  </a:ext>
                </a:extLst>
              </p:cNvPr>
              <p:cNvSpPr/>
              <p:nvPr/>
            </p:nvSpPr>
            <p:spPr>
              <a:xfrm>
                <a:off x="395068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E36EABAC-8F36-CAAE-792A-195F08E9DCAB}"/>
                  </a:ext>
                </a:extLst>
              </p:cNvPr>
              <p:cNvSpPr/>
              <p:nvPr/>
            </p:nvSpPr>
            <p:spPr>
              <a:xfrm>
                <a:off x="382444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EEAFD551-AA84-8C62-E92A-AD1476A6474C}"/>
                  </a:ext>
                </a:extLst>
              </p:cNvPr>
              <p:cNvSpPr/>
              <p:nvPr/>
            </p:nvSpPr>
            <p:spPr>
              <a:xfrm>
                <a:off x="3887569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70D85F22-F37D-A594-D694-3B0A049FAE33}"/>
                  </a:ext>
                </a:extLst>
              </p:cNvPr>
              <p:cNvSpPr/>
              <p:nvPr/>
            </p:nvSpPr>
            <p:spPr>
              <a:xfrm>
                <a:off x="395068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51184C2B-773B-25D8-F8A1-17636A726D53}"/>
              </a:ext>
            </a:extLst>
          </p:cNvPr>
          <p:cNvSpPr txBox="1">
            <a:spLocks/>
          </p:cNvSpPr>
          <p:nvPr userDrawn="1"/>
        </p:nvSpPr>
        <p:spPr>
          <a:xfrm>
            <a:off x="8757480" y="4806255"/>
            <a:ext cx="14908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37A3306-72CE-48AC-9363-0EAE74D66663}" type="slidenum">
              <a:rPr lang="en-IN" sz="800" smtClean="0">
                <a:solidFill>
                  <a:schemeClr val="tx1"/>
                </a:solidFill>
              </a:rPr>
              <a:pPr algn="r"/>
              <a:t>‹#›</a:t>
            </a:fld>
            <a:endParaRPr lang="en-IN" sz="80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A972D8-019D-3A9F-9117-36AB176397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112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te_Content_0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D14A1AA-160F-EFC5-51F4-F55B4D16CC0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359322" cy="5143500"/>
          </a:xfrm>
          <a:prstGeom prst="rect">
            <a:avLst/>
          </a:prstGeom>
          <a:noFill/>
        </p:spPr>
        <p:txBody>
          <a:bodyPr/>
          <a:lstStyle/>
          <a:p>
            <a:endParaRPr lang="en-IN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8A43A8F3-E997-D3F9-A2BC-58ACE5633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9440" y="308506"/>
            <a:ext cx="4185533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D29D012C-60D3-B252-F0B0-88B0B96B21A4}"/>
              </a:ext>
            </a:extLst>
          </p:cNvPr>
          <p:cNvSpPr txBox="1">
            <a:spLocks/>
          </p:cNvSpPr>
          <p:nvPr userDrawn="1"/>
        </p:nvSpPr>
        <p:spPr>
          <a:xfrm>
            <a:off x="8757480" y="4806255"/>
            <a:ext cx="14908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37A3306-72CE-48AC-9363-0EAE74D66663}" type="slidenum">
              <a:rPr lang="en-IN" sz="800" smtClean="0">
                <a:solidFill>
                  <a:schemeClr val="bg1"/>
                </a:solidFill>
              </a:rPr>
              <a:pPr algn="r"/>
              <a:t>‹#›</a:t>
            </a:fld>
            <a:endParaRPr lang="en-IN" sz="80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B90BFE-5739-A9DC-5A8F-CA71976B3DA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567478" y="4804408"/>
            <a:ext cx="1042737" cy="126000"/>
            <a:chOff x="3824442" y="2481198"/>
            <a:chExt cx="1494463" cy="18058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2B15A58-4F92-EDD7-DDD0-AED37AEE2EEE}"/>
                </a:ext>
              </a:extLst>
            </p:cNvPr>
            <p:cNvGrpSpPr/>
            <p:nvPr/>
          </p:nvGrpSpPr>
          <p:grpSpPr>
            <a:xfrm>
              <a:off x="4083922" y="2481198"/>
              <a:ext cx="1234983" cy="180585"/>
              <a:chOff x="4083922" y="2481198"/>
              <a:chExt cx="1234983" cy="180585"/>
            </a:xfrm>
          </p:grpSpPr>
          <p:sp>
            <p:nvSpPr>
              <p:cNvPr id="27" name="Freeform: Shape 19">
                <a:extLst>
                  <a:ext uri="{FF2B5EF4-FFF2-40B4-BE49-F238E27FC236}">
                    <a16:creationId xmlns:a16="http://schemas.microsoft.com/office/drawing/2014/main" id="{5591984C-21C9-65C9-C8E6-A69A73A026AB}"/>
                  </a:ext>
                </a:extLst>
              </p:cNvPr>
              <p:cNvSpPr/>
              <p:nvPr/>
            </p:nvSpPr>
            <p:spPr>
              <a:xfrm>
                <a:off x="4083922" y="2481198"/>
                <a:ext cx="159274" cy="180558"/>
              </a:xfrm>
              <a:custGeom>
                <a:avLst/>
                <a:gdLst>
                  <a:gd name="connsiteX0" fmla="*/ 159275 w 159274"/>
                  <a:gd name="connsiteY0" fmla="*/ 111848 h 180558"/>
                  <a:gd name="connsiteX1" fmla="*/ 159275 w 159274"/>
                  <a:gd name="connsiteY1" fmla="*/ 117063 h 180558"/>
                  <a:gd name="connsiteX2" fmla="*/ 142622 w 159274"/>
                  <a:gd name="connsiteY2" fmla="*/ 167541 h 180558"/>
                  <a:gd name="connsiteX3" fmla="*/ 85186 w 159274"/>
                  <a:gd name="connsiteY3" fmla="*/ 180558 h 180558"/>
                  <a:gd name="connsiteX4" fmla="*/ 0 w 159274"/>
                  <a:gd name="connsiteY4" fmla="*/ 113264 h 180558"/>
                  <a:gd name="connsiteX5" fmla="*/ 0 w 159274"/>
                  <a:gd name="connsiteY5" fmla="*/ 67294 h 180558"/>
                  <a:gd name="connsiteX6" fmla="*/ 85186 w 159274"/>
                  <a:gd name="connsiteY6" fmla="*/ 0 h 180558"/>
                  <a:gd name="connsiteX7" fmla="*/ 159043 w 159274"/>
                  <a:gd name="connsiteY7" fmla="*/ 58307 h 180558"/>
                  <a:gd name="connsiteX8" fmla="*/ 159043 w 159274"/>
                  <a:gd name="connsiteY8" fmla="*/ 65183 h 180558"/>
                  <a:gd name="connsiteX9" fmla="*/ 109315 w 159274"/>
                  <a:gd name="connsiteY9" fmla="*/ 65183 h 180558"/>
                  <a:gd name="connsiteX10" fmla="*/ 109315 w 159274"/>
                  <a:gd name="connsiteY10" fmla="*/ 58307 h 180558"/>
                  <a:gd name="connsiteX11" fmla="*/ 79876 w 159274"/>
                  <a:gd name="connsiteY11" fmla="*/ 41232 h 180558"/>
                  <a:gd name="connsiteX12" fmla="*/ 49701 w 159274"/>
                  <a:gd name="connsiteY12" fmla="*/ 74892 h 180558"/>
                  <a:gd name="connsiteX13" fmla="*/ 49701 w 159274"/>
                  <a:gd name="connsiteY13" fmla="*/ 102616 h 180558"/>
                  <a:gd name="connsiteX14" fmla="*/ 79876 w 159274"/>
                  <a:gd name="connsiteY14" fmla="*/ 139354 h 180558"/>
                  <a:gd name="connsiteX15" fmla="*/ 109560 w 159274"/>
                  <a:gd name="connsiteY15" fmla="*/ 117091 h 180558"/>
                  <a:gd name="connsiteX16" fmla="*/ 109560 w 159274"/>
                  <a:gd name="connsiteY16" fmla="*/ 111875 h 180558"/>
                  <a:gd name="connsiteX17" fmla="*/ 159275 w 159274"/>
                  <a:gd name="connsiteY17" fmla="*/ 111875 h 180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9274" h="180558">
                    <a:moveTo>
                      <a:pt x="159275" y="111848"/>
                    </a:moveTo>
                    <a:lnTo>
                      <a:pt x="159275" y="117063"/>
                    </a:lnTo>
                    <a:cubicBezTo>
                      <a:pt x="159275" y="136481"/>
                      <a:pt x="159030" y="154019"/>
                      <a:pt x="142622" y="167541"/>
                    </a:cubicBezTo>
                    <a:cubicBezTo>
                      <a:pt x="126200" y="180803"/>
                      <a:pt x="106183" y="180558"/>
                      <a:pt x="85186" y="180558"/>
                    </a:cubicBezTo>
                    <a:cubicBezTo>
                      <a:pt x="35948" y="180558"/>
                      <a:pt x="0" y="178189"/>
                      <a:pt x="0" y="113264"/>
                    </a:cubicBezTo>
                    <a:lnTo>
                      <a:pt x="0" y="67294"/>
                    </a:lnTo>
                    <a:cubicBezTo>
                      <a:pt x="-14" y="8538"/>
                      <a:pt x="32081" y="0"/>
                      <a:pt x="85186" y="0"/>
                    </a:cubicBezTo>
                    <a:cubicBezTo>
                      <a:pt x="134901" y="0"/>
                      <a:pt x="158077" y="4970"/>
                      <a:pt x="159043" y="58307"/>
                    </a:cubicBezTo>
                    <a:lnTo>
                      <a:pt x="159043" y="65183"/>
                    </a:lnTo>
                    <a:lnTo>
                      <a:pt x="109315" y="65183"/>
                    </a:lnTo>
                    <a:lnTo>
                      <a:pt x="109315" y="58307"/>
                    </a:lnTo>
                    <a:cubicBezTo>
                      <a:pt x="107640" y="42430"/>
                      <a:pt x="96284" y="41232"/>
                      <a:pt x="79876" y="41232"/>
                    </a:cubicBezTo>
                    <a:cubicBezTo>
                      <a:pt x="52356" y="41232"/>
                      <a:pt x="49701" y="49538"/>
                      <a:pt x="49701" y="74892"/>
                    </a:cubicBezTo>
                    <a:lnTo>
                      <a:pt x="49701" y="102616"/>
                    </a:lnTo>
                    <a:cubicBezTo>
                      <a:pt x="49701" y="129169"/>
                      <a:pt x="50913" y="139354"/>
                      <a:pt x="79876" y="139354"/>
                    </a:cubicBezTo>
                    <a:cubicBezTo>
                      <a:pt x="99906" y="139354"/>
                      <a:pt x="109560" y="137938"/>
                      <a:pt x="109560" y="117091"/>
                    </a:cubicBezTo>
                    <a:lnTo>
                      <a:pt x="109560" y="111875"/>
                    </a:lnTo>
                    <a:lnTo>
                      <a:pt x="159275" y="111875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0">
                <a:extLst>
                  <a:ext uri="{FF2B5EF4-FFF2-40B4-BE49-F238E27FC236}">
                    <a16:creationId xmlns:a16="http://schemas.microsoft.com/office/drawing/2014/main" id="{3C15B467-0F7E-47CF-F3B2-F3485E1DA934}"/>
                  </a:ext>
                </a:extLst>
              </p:cNvPr>
              <p:cNvSpPr/>
              <p:nvPr/>
            </p:nvSpPr>
            <p:spPr>
              <a:xfrm>
                <a:off x="4261525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" name="Freeform: Shape 21">
                <a:extLst>
                  <a:ext uri="{FF2B5EF4-FFF2-40B4-BE49-F238E27FC236}">
                    <a16:creationId xmlns:a16="http://schemas.microsoft.com/office/drawing/2014/main" id="{BA206596-3605-F27D-810D-7DF0D3014649}"/>
                  </a:ext>
                </a:extLst>
              </p:cNvPr>
              <p:cNvSpPr/>
              <p:nvPr/>
            </p:nvSpPr>
            <p:spPr>
              <a:xfrm>
                <a:off x="4316564" y="2509643"/>
                <a:ext cx="110540" cy="152126"/>
              </a:xfrm>
              <a:custGeom>
                <a:avLst/>
                <a:gdLst>
                  <a:gd name="connsiteX0" fmla="*/ 104985 w 110540"/>
                  <a:gd name="connsiteY0" fmla="*/ 56142 h 152126"/>
                  <a:gd name="connsiteX1" fmla="*/ 56959 w 110540"/>
                  <a:gd name="connsiteY1" fmla="*/ 56142 h 152126"/>
                  <a:gd name="connsiteX2" fmla="*/ 56959 w 110540"/>
                  <a:gd name="connsiteY2" fmla="*/ 111835 h 152126"/>
                  <a:gd name="connsiteX3" fmla="*/ 66382 w 110540"/>
                  <a:gd name="connsiteY3" fmla="*/ 122265 h 152126"/>
                  <a:gd name="connsiteX4" fmla="*/ 77234 w 110540"/>
                  <a:gd name="connsiteY4" fmla="*/ 106156 h 152126"/>
                  <a:gd name="connsiteX5" fmla="*/ 77479 w 110540"/>
                  <a:gd name="connsiteY5" fmla="*/ 99511 h 152126"/>
                  <a:gd name="connsiteX6" fmla="*/ 110541 w 110540"/>
                  <a:gd name="connsiteY6" fmla="*/ 99511 h 152126"/>
                  <a:gd name="connsiteX7" fmla="*/ 110541 w 110540"/>
                  <a:gd name="connsiteY7" fmla="*/ 110650 h 152126"/>
                  <a:gd name="connsiteX8" fmla="*/ 63958 w 110540"/>
                  <a:gd name="connsiteY8" fmla="*/ 152127 h 152126"/>
                  <a:gd name="connsiteX9" fmla="*/ 15455 w 110540"/>
                  <a:gd name="connsiteY9" fmla="*/ 117526 h 152126"/>
                  <a:gd name="connsiteX10" fmla="*/ 15455 w 110540"/>
                  <a:gd name="connsiteY10" fmla="*/ 56142 h 152126"/>
                  <a:gd name="connsiteX11" fmla="*/ 0 w 110540"/>
                  <a:gd name="connsiteY11" fmla="*/ 56142 h 152126"/>
                  <a:gd name="connsiteX12" fmla="*/ 0 w 110540"/>
                  <a:gd name="connsiteY12" fmla="*/ 26294 h 152126"/>
                  <a:gd name="connsiteX13" fmla="*/ 15455 w 110540"/>
                  <a:gd name="connsiteY13" fmla="*/ 26294 h 152126"/>
                  <a:gd name="connsiteX14" fmla="*/ 15455 w 110540"/>
                  <a:gd name="connsiteY14" fmla="*/ 0 h 152126"/>
                  <a:gd name="connsiteX15" fmla="*/ 56959 w 110540"/>
                  <a:gd name="connsiteY15" fmla="*/ 0 h 152126"/>
                  <a:gd name="connsiteX16" fmla="*/ 56959 w 110540"/>
                  <a:gd name="connsiteY16" fmla="*/ 26294 h 152126"/>
                  <a:gd name="connsiteX17" fmla="*/ 104985 w 110540"/>
                  <a:gd name="connsiteY17" fmla="*/ 26294 h 152126"/>
                  <a:gd name="connsiteX18" fmla="*/ 104985 w 110540"/>
                  <a:gd name="connsiteY18" fmla="*/ 56142 h 15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0540" h="152126">
                    <a:moveTo>
                      <a:pt x="104985" y="56142"/>
                    </a:moveTo>
                    <a:lnTo>
                      <a:pt x="56959" y="56142"/>
                    </a:lnTo>
                    <a:lnTo>
                      <a:pt x="56959" y="111835"/>
                    </a:lnTo>
                    <a:cubicBezTo>
                      <a:pt x="57204" y="119188"/>
                      <a:pt x="58674" y="122265"/>
                      <a:pt x="66382" y="122265"/>
                    </a:cubicBezTo>
                    <a:cubicBezTo>
                      <a:pt x="77234" y="122265"/>
                      <a:pt x="76758" y="114680"/>
                      <a:pt x="77234" y="106156"/>
                    </a:cubicBezTo>
                    <a:lnTo>
                      <a:pt x="77479" y="99511"/>
                    </a:lnTo>
                    <a:lnTo>
                      <a:pt x="110541" y="99511"/>
                    </a:lnTo>
                    <a:lnTo>
                      <a:pt x="110541" y="110650"/>
                    </a:lnTo>
                    <a:cubicBezTo>
                      <a:pt x="110541" y="144542"/>
                      <a:pt x="97741" y="152127"/>
                      <a:pt x="63958" y="152127"/>
                    </a:cubicBezTo>
                    <a:cubicBezTo>
                      <a:pt x="37419" y="152127"/>
                      <a:pt x="15455" y="148804"/>
                      <a:pt x="15455" y="117526"/>
                    </a:cubicBezTo>
                    <a:lnTo>
                      <a:pt x="15455" y="56142"/>
                    </a:lnTo>
                    <a:lnTo>
                      <a:pt x="0" y="56142"/>
                    </a:lnTo>
                    <a:lnTo>
                      <a:pt x="0" y="26294"/>
                    </a:lnTo>
                    <a:lnTo>
                      <a:pt x="15455" y="26294"/>
                    </a:lnTo>
                    <a:lnTo>
                      <a:pt x="15455" y="0"/>
                    </a:lnTo>
                    <a:lnTo>
                      <a:pt x="56959" y="0"/>
                    </a:lnTo>
                    <a:lnTo>
                      <a:pt x="56959" y="26294"/>
                    </a:lnTo>
                    <a:lnTo>
                      <a:pt x="104985" y="26294"/>
                    </a:lnTo>
                    <a:lnTo>
                      <a:pt x="104985" y="5614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" name="Freeform: Shape 22">
                <a:extLst>
                  <a:ext uri="{FF2B5EF4-FFF2-40B4-BE49-F238E27FC236}">
                    <a16:creationId xmlns:a16="http://schemas.microsoft.com/office/drawing/2014/main" id="{99D26F2F-8827-44AE-FF99-95B30036305C}"/>
                  </a:ext>
                </a:extLst>
              </p:cNvPr>
              <p:cNvSpPr/>
              <p:nvPr/>
            </p:nvSpPr>
            <p:spPr>
              <a:xfrm>
                <a:off x="4440599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1" name="Freeform: Shape 23">
                <a:extLst>
                  <a:ext uri="{FF2B5EF4-FFF2-40B4-BE49-F238E27FC236}">
                    <a16:creationId xmlns:a16="http://schemas.microsoft.com/office/drawing/2014/main" id="{E3F6DA3C-32BA-4320-861F-9384DDC824AE}"/>
                  </a:ext>
                </a:extLst>
              </p:cNvPr>
              <p:cNvSpPr/>
              <p:nvPr/>
            </p:nvSpPr>
            <p:spPr>
              <a:xfrm>
                <a:off x="4504570" y="2535923"/>
                <a:ext cx="121651" cy="125846"/>
              </a:xfrm>
              <a:custGeom>
                <a:avLst/>
                <a:gdLst>
                  <a:gd name="connsiteX0" fmla="*/ 81333 w 121651"/>
                  <a:gd name="connsiteY0" fmla="*/ 124430 h 125846"/>
                  <a:gd name="connsiteX1" fmla="*/ 82790 w 121651"/>
                  <a:gd name="connsiteY1" fmla="*/ 100492 h 125846"/>
                  <a:gd name="connsiteX2" fmla="*/ 80856 w 121651"/>
                  <a:gd name="connsiteY2" fmla="*/ 100492 h 125846"/>
                  <a:gd name="connsiteX3" fmla="*/ 42961 w 121651"/>
                  <a:gd name="connsiteY3" fmla="*/ 125846 h 125846"/>
                  <a:gd name="connsiteX4" fmla="*/ 0 w 121651"/>
                  <a:gd name="connsiteY4" fmla="*/ 85091 h 125846"/>
                  <a:gd name="connsiteX5" fmla="*/ 0 w 121651"/>
                  <a:gd name="connsiteY5" fmla="*/ 0 h 125846"/>
                  <a:gd name="connsiteX6" fmla="*/ 41517 w 121651"/>
                  <a:gd name="connsiteY6" fmla="*/ 0 h 125846"/>
                  <a:gd name="connsiteX7" fmla="*/ 41517 w 121651"/>
                  <a:gd name="connsiteY7" fmla="*/ 74184 h 125846"/>
                  <a:gd name="connsiteX8" fmla="*/ 56727 w 121651"/>
                  <a:gd name="connsiteY8" fmla="*/ 94555 h 125846"/>
                  <a:gd name="connsiteX9" fmla="*/ 80134 w 121651"/>
                  <a:gd name="connsiteY9" fmla="*/ 76540 h 125846"/>
                  <a:gd name="connsiteX10" fmla="*/ 80134 w 121651"/>
                  <a:gd name="connsiteY10" fmla="*/ 0 h 125846"/>
                  <a:gd name="connsiteX11" fmla="*/ 121652 w 121651"/>
                  <a:gd name="connsiteY11" fmla="*/ 0 h 125846"/>
                  <a:gd name="connsiteX12" fmla="*/ 121652 w 121651"/>
                  <a:gd name="connsiteY12" fmla="*/ 124416 h 125846"/>
                  <a:gd name="connsiteX13" fmla="*/ 81346 w 121651"/>
                  <a:gd name="connsiteY13" fmla="*/ 124416 h 125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651" h="125846">
                    <a:moveTo>
                      <a:pt x="81333" y="124430"/>
                    </a:moveTo>
                    <a:lnTo>
                      <a:pt x="82790" y="100492"/>
                    </a:lnTo>
                    <a:lnTo>
                      <a:pt x="80856" y="100492"/>
                    </a:lnTo>
                    <a:cubicBezTo>
                      <a:pt x="75055" y="119691"/>
                      <a:pt x="60581" y="125846"/>
                      <a:pt x="42961" y="125846"/>
                    </a:cubicBezTo>
                    <a:cubicBezTo>
                      <a:pt x="17865" y="125846"/>
                      <a:pt x="0" y="115416"/>
                      <a:pt x="0" y="85091"/>
                    </a:cubicBez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4184"/>
                    </a:lnTo>
                    <a:cubicBezTo>
                      <a:pt x="41517" y="85554"/>
                      <a:pt x="42729" y="94555"/>
                      <a:pt x="56727" y="94555"/>
                    </a:cubicBezTo>
                    <a:cubicBezTo>
                      <a:pt x="67825" y="94555"/>
                      <a:pt x="80134" y="88863"/>
                      <a:pt x="80134" y="76540"/>
                    </a:cubicBezTo>
                    <a:lnTo>
                      <a:pt x="80134" y="0"/>
                    </a:lnTo>
                    <a:lnTo>
                      <a:pt x="121652" y="0"/>
                    </a:lnTo>
                    <a:lnTo>
                      <a:pt x="121652" y="124416"/>
                    </a:lnTo>
                    <a:lnTo>
                      <a:pt x="81346" y="12441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2" name="Freeform: Shape 24">
                <a:extLst>
                  <a:ext uri="{FF2B5EF4-FFF2-40B4-BE49-F238E27FC236}">
                    <a16:creationId xmlns:a16="http://schemas.microsoft.com/office/drawing/2014/main" id="{47FCFF2B-A1DB-8659-B037-6DDE16B1BE8F}"/>
                  </a:ext>
                </a:extLst>
              </p:cNvPr>
              <p:cNvSpPr/>
              <p:nvPr/>
            </p:nvSpPr>
            <p:spPr>
              <a:xfrm>
                <a:off x="4648403" y="2534548"/>
                <a:ext cx="124048" cy="127235"/>
              </a:xfrm>
              <a:custGeom>
                <a:avLst/>
                <a:gdLst>
                  <a:gd name="connsiteX0" fmla="*/ 78909 w 124048"/>
                  <a:gd name="connsiteY0" fmla="*/ 36711 h 127235"/>
                  <a:gd name="connsiteX1" fmla="*/ 62024 w 124048"/>
                  <a:gd name="connsiteY1" fmla="*/ 26280 h 127235"/>
                  <a:gd name="connsiteX2" fmla="*/ 40292 w 124048"/>
                  <a:gd name="connsiteY2" fmla="*/ 36234 h 127235"/>
                  <a:gd name="connsiteX3" fmla="*/ 62024 w 124048"/>
                  <a:gd name="connsiteY3" fmla="*/ 47128 h 127235"/>
                  <a:gd name="connsiteX4" fmla="*/ 124048 w 124048"/>
                  <a:gd name="connsiteY4" fmla="*/ 85282 h 127235"/>
                  <a:gd name="connsiteX5" fmla="*/ 62024 w 124048"/>
                  <a:gd name="connsiteY5" fmla="*/ 127235 h 127235"/>
                  <a:gd name="connsiteX6" fmla="*/ 0 w 124048"/>
                  <a:gd name="connsiteY6" fmla="*/ 86943 h 127235"/>
                  <a:gd name="connsiteX7" fmla="*/ 41504 w 124048"/>
                  <a:gd name="connsiteY7" fmla="*/ 86943 h 127235"/>
                  <a:gd name="connsiteX8" fmla="*/ 62024 w 124048"/>
                  <a:gd name="connsiteY8" fmla="*/ 100927 h 127235"/>
                  <a:gd name="connsiteX9" fmla="*/ 83743 w 124048"/>
                  <a:gd name="connsiteY9" fmla="*/ 90034 h 127235"/>
                  <a:gd name="connsiteX10" fmla="*/ 62024 w 124048"/>
                  <a:gd name="connsiteY10" fmla="*/ 77725 h 127235"/>
                  <a:gd name="connsiteX11" fmla="*/ 0 w 124048"/>
                  <a:gd name="connsiteY11" fmla="*/ 40755 h 127235"/>
                  <a:gd name="connsiteX12" fmla="*/ 62024 w 124048"/>
                  <a:gd name="connsiteY12" fmla="*/ 0 h 127235"/>
                  <a:gd name="connsiteX13" fmla="*/ 118016 w 124048"/>
                  <a:gd name="connsiteY13" fmla="*/ 30801 h 127235"/>
                  <a:gd name="connsiteX14" fmla="*/ 118016 w 124048"/>
                  <a:gd name="connsiteY14" fmla="*/ 36724 h 127235"/>
                  <a:gd name="connsiteX15" fmla="*/ 78909 w 124048"/>
                  <a:gd name="connsiteY15" fmla="*/ 36724 h 127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4048" h="127235">
                    <a:moveTo>
                      <a:pt x="78909" y="36711"/>
                    </a:moveTo>
                    <a:cubicBezTo>
                      <a:pt x="77479" y="26280"/>
                      <a:pt x="68533" y="26280"/>
                      <a:pt x="62024" y="26280"/>
                    </a:cubicBezTo>
                    <a:cubicBezTo>
                      <a:pt x="40292" y="26280"/>
                      <a:pt x="40292" y="28895"/>
                      <a:pt x="40292" y="36234"/>
                    </a:cubicBezTo>
                    <a:cubicBezTo>
                      <a:pt x="40292" y="42389"/>
                      <a:pt x="40782" y="46665"/>
                      <a:pt x="62024" y="47128"/>
                    </a:cubicBezTo>
                    <a:cubicBezTo>
                      <a:pt x="104985" y="48081"/>
                      <a:pt x="124048" y="50450"/>
                      <a:pt x="124048" y="85282"/>
                    </a:cubicBezTo>
                    <a:cubicBezTo>
                      <a:pt x="124048" y="120114"/>
                      <a:pt x="95317" y="127235"/>
                      <a:pt x="62024" y="127235"/>
                    </a:cubicBezTo>
                    <a:cubicBezTo>
                      <a:pt x="28731" y="127235"/>
                      <a:pt x="0" y="127943"/>
                      <a:pt x="0" y="86943"/>
                    </a:cubicBezTo>
                    <a:lnTo>
                      <a:pt x="41504" y="86943"/>
                    </a:lnTo>
                    <a:cubicBezTo>
                      <a:pt x="41504" y="100927"/>
                      <a:pt x="51880" y="100927"/>
                      <a:pt x="62024" y="100927"/>
                    </a:cubicBezTo>
                    <a:cubicBezTo>
                      <a:pt x="80843" y="100927"/>
                      <a:pt x="83743" y="99756"/>
                      <a:pt x="83743" y="90034"/>
                    </a:cubicBezTo>
                    <a:cubicBezTo>
                      <a:pt x="83743" y="77725"/>
                      <a:pt x="76499" y="77725"/>
                      <a:pt x="62024" y="77725"/>
                    </a:cubicBezTo>
                    <a:cubicBezTo>
                      <a:pt x="9409" y="77725"/>
                      <a:pt x="0" y="66109"/>
                      <a:pt x="0" y="40755"/>
                    </a:cubicBezTo>
                    <a:cubicBezTo>
                      <a:pt x="0" y="708"/>
                      <a:pt x="26784" y="0"/>
                      <a:pt x="62024" y="0"/>
                    </a:cubicBezTo>
                    <a:cubicBezTo>
                      <a:pt x="85186" y="0"/>
                      <a:pt x="118016" y="231"/>
                      <a:pt x="118016" y="30801"/>
                    </a:cubicBezTo>
                    <a:lnTo>
                      <a:pt x="118016" y="36724"/>
                    </a:lnTo>
                    <a:lnTo>
                      <a:pt x="78909" y="36724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3" name="Freeform: Shape 25">
                <a:extLst>
                  <a:ext uri="{FF2B5EF4-FFF2-40B4-BE49-F238E27FC236}">
                    <a16:creationId xmlns:a16="http://schemas.microsoft.com/office/drawing/2014/main" id="{C878638C-9157-2A01-3355-23647F3BBCC9}"/>
                  </a:ext>
                </a:extLst>
              </p:cNvPr>
              <p:cNvSpPr/>
              <p:nvPr/>
            </p:nvSpPr>
            <p:spPr>
              <a:xfrm>
                <a:off x="4780418" y="2482641"/>
                <a:ext cx="143356" cy="177712"/>
              </a:xfrm>
              <a:custGeom>
                <a:avLst/>
                <a:gdLst>
                  <a:gd name="connsiteX0" fmla="*/ 94609 w 143356"/>
                  <a:gd name="connsiteY0" fmla="*/ 177712 h 177712"/>
                  <a:gd name="connsiteX1" fmla="*/ 46338 w 143356"/>
                  <a:gd name="connsiteY1" fmla="*/ 177712 h 177712"/>
                  <a:gd name="connsiteX2" fmla="*/ 46338 w 143356"/>
                  <a:gd name="connsiteY2" fmla="*/ 41218 h 177712"/>
                  <a:gd name="connsiteX3" fmla="*/ 0 w 143356"/>
                  <a:gd name="connsiteY3" fmla="*/ 41218 h 177712"/>
                  <a:gd name="connsiteX4" fmla="*/ 0 w 143356"/>
                  <a:gd name="connsiteY4" fmla="*/ 0 h 177712"/>
                  <a:gd name="connsiteX5" fmla="*/ 143357 w 143356"/>
                  <a:gd name="connsiteY5" fmla="*/ 0 h 177712"/>
                  <a:gd name="connsiteX6" fmla="*/ 143357 w 143356"/>
                  <a:gd name="connsiteY6" fmla="*/ 41218 h 177712"/>
                  <a:gd name="connsiteX7" fmla="*/ 94609 w 143356"/>
                  <a:gd name="connsiteY7" fmla="*/ 41218 h 177712"/>
                  <a:gd name="connsiteX8" fmla="*/ 94609 w 143356"/>
                  <a:gd name="connsiteY8" fmla="*/ 177712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3356" h="177712">
                    <a:moveTo>
                      <a:pt x="94609" y="177712"/>
                    </a:moveTo>
                    <a:lnTo>
                      <a:pt x="46338" y="177712"/>
                    </a:lnTo>
                    <a:lnTo>
                      <a:pt x="46338" y="41218"/>
                    </a:lnTo>
                    <a:lnTo>
                      <a:pt x="0" y="41218"/>
                    </a:lnTo>
                    <a:lnTo>
                      <a:pt x="0" y="0"/>
                    </a:lnTo>
                    <a:lnTo>
                      <a:pt x="143357" y="0"/>
                    </a:lnTo>
                    <a:lnTo>
                      <a:pt x="143357" y="41218"/>
                    </a:lnTo>
                    <a:lnTo>
                      <a:pt x="94609" y="41218"/>
                    </a:lnTo>
                    <a:lnTo>
                      <a:pt x="94609" y="17771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4" name="Freeform: Shape 26">
                <a:extLst>
                  <a:ext uri="{FF2B5EF4-FFF2-40B4-BE49-F238E27FC236}">
                    <a16:creationId xmlns:a16="http://schemas.microsoft.com/office/drawing/2014/main" id="{F8DF792E-6D0C-F16A-D9F9-95C2200DE6E5}"/>
                  </a:ext>
                </a:extLst>
              </p:cNvPr>
              <p:cNvSpPr/>
              <p:nvPr/>
            </p:nvSpPr>
            <p:spPr>
              <a:xfrm>
                <a:off x="4917525" y="2534521"/>
                <a:ext cx="123830" cy="127248"/>
              </a:xfrm>
              <a:custGeom>
                <a:avLst/>
                <a:gdLst>
                  <a:gd name="connsiteX0" fmla="*/ 82313 w 123830"/>
                  <a:gd name="connsiteY0" fmla="*/ 48108 h 127248"/>
                  <a:gd name="connsiteX1" fmla="*/ 61303 w 123830"/>
                  <a:gd name="connsiteY1" fmla="*/ 28432 h 127248"/>
                  <a:gd name="connsiteX2" fmla="*/ 41517 w 123830"/>
                  <a:gd name="connsiteY2" fmla="*/ 48108 h 127248"/>
                  <a:gd name="connsiteX3" fmla="*/ 82313 w 123830"/>
                  <a:gd name="connsiteY3" fmla="*/ 48108 h 127248"/>
                  <a:gd name="connsiteX4" fmla="*/ 123817 w 123830"/>
                  <a:gd name="connsiteY4" fmla="*/ 84369 h 127248"/>
                  <a:gd name="connsiteX5" fmla="*/ 106674 w 123830"/>
                  <a:gd name="connsiteY5" fmla="*/ 119909 h 127248"/>
                  <a:gd name="connsiteX6" fmla="*/ 62024 w 123830"/>
                  <a:gd name="connsiteY6" fmla="*/ 127249 h 127248"/>
                  <a:gd name="connsiteX7" fmla="*/ 0 w 123830"/>
                  <a:gd name="connsiteY7" fmla="*/ 63740 h 127248"/>
                  <a:gd name="connsiteX8" fmla="*/ 62024 w 123830"/>
                  <a:gd name="connsiteY8" fmla="*/ 0 h 127248"/>
                  <a:gd name="connsiteX9" fmla="*/ 123817 w 123830"/>
                  <a:gd name="connsiteY9" fmla="*/ 63740 h 127248"/>
                  <a:gd name="connsiteX10" fmla="*/ 123817 w 123830"/>
                  <a:gd name="connsiteY10" fmla="*/ 70617 h 127248"/>
                  <a:gd name="connsiteX11" fmla="*/ 41517 w 123830"/>
                  <a:gd name="connsiteY11" fmla="*/ 70617 h 127248"/>
                  <a:gd name="connsiteX12" fmla="*/ 62024 w 123830"/>
                  <a:gd name="connsiteY12" fmla="*/ 98803 h 127248"/>
                  <a:gd name="connsiteX13" fmla="*/ 83035 w 123830"/>
                  <a:gd name="connsiteY13" fmla="*/ 84356 h 127248"/>
                  <a:gd name="connsiteX14" fmla="*/ 123831 w 123830"/>
                  <a:gd name="connsiteY14" fmla="*/ 84356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3830" h="127248">
                    <a:moveTo>
                      <a:pt x="82313" y="48108"/>
                    </a:moveTo>
                    <a:cubicBezTo>
                      <a:pt x="82313" y="29616"/>
                      <a:pt x="75301" y="28432"/>
                      <a:pt x="61303" y="28432"/>
                    </a:cubicBezTo>
                    <a:cubicBezTo>
                      <a:pt x="46583" y="28432"/>
                      <a:pt x="41994" y="31754"/>
                      <a:pt x="41517" y="48108"/>
                    </a:cubicBezTo>
                    <a:lnTo>
                      <a:pt x="82313" y="48108"/>
                    </a:lnTo>
                    <a:close/>
                    <a:moveTo>
                      <a:pt x="123817" y="84369"/>
                    </a:moveTo>
                    <a:cubicBezTo>
                      <a:pt x="123817" y="103093"/>
                      <a:pt x="117540" y="113754"/>
                      <a:pt x="106674" y="119909"/>
                    </a:cubicBezTo>
                    <a:cubicBezTo>
                      <a:pt x="95807" y="125833"/>
                      <a:pt x="80366" y="127249"/>
                      <a:pt x="62024" y="127249"/>
                    </a:cubicBezTo>
                    <a:cubicBezTo>
                      <a:pt x="12064" y="127249"/>
                      <a:pt x="0" y="110187"/>
                      <a:pt x="0" y="63740"/>
                    </a:cubicBezTo>
                    <a:cubicBezTo>
                      <a:pt x="0" y="17293"/>
                      <a:pt x="11098" y="0"/>
                      <a:pt x="62024" y="0"/>
                    </a:cubicBezTo>
                    <a:cubicBezTo>
                      <a:pt x="109574" y="0"/>
                      <a:pt x="123817" y="13031"/>
                      <a:pt x="123817" y="63740"/>
                    </a:cubicBezTo>
                    <a:lnTo>
                      <a:pt x="123817" y="70617"/>
                    </a:lnTo>
                    <a:lnTo>
                      <a:pt x="41517" y="70617"/>
                    </a:lnTo>
                    <a:cubicBezTo>
                      <a:pt x="41517" y="92403"/>
                      <a:pt x="44894" y="98803"/>
                      <a:pt x="62024" y="98803"/>
                    </a:cubicBezTo>
                    <a:cubicBezTo>
                      <a:pt x="74824" y="98803"/>
                      <a:pt x="83035" y="97387"/>
                      <a:pt x="83035" y="84356"/>
                    </a:cubicBezTo>
                    <a:lnTo>
                      <a:pt x="123831" y="8435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5" name="Freeform: Shape 27">
                <a:extLst>
                  <a:ext uri="{FF2B5EF4-FFF2-40B4-BE49-F238E27FC236}">
                    <a16:creationId xmlns:a16="http://schemas.microsoft.com/office/drawing/2014/main" id="{69D8AE7F-902F-6813-A798-77A104BECAEA}"/>
                  </a:ext>
                </a:extLst>
              </p:cNvPr>
              <p:cNvSpPr/>
              <p:nvPr/>
            </p:nvSpPr>
            <p:spPr>
              <a:xfrm>
                <a:off x="5056306" y="2534521"/>
                <a:ext cx="121883" cy="127248"/>
              </a:xfrm>
              <a:custGeom>
                <a:avLst/>
                <a:gdLst>
                  <a:gd name="connsiteX0" fmla="*/ 121883 w 121883"/>
                  <a:gd name="connsiteY0" fmla="*/ 76077 h 127248"/>
                  <a:gd name="connsiteX1" fmla="*/ 107885 w 121883"/>
                  <a:gd name="connsiteY1" fmla="*/ 118956 h 127248"/>
                  <a:gd name="connsiteX2" fmla="*/ 60581 w 121883"/>
                  <a:gd name="connsiteY2" fmla="*/ 127249 h 127248"/>
                  <a:gd name="connsiteX3" fmla="*/ 0 w 121883"/>
                  <a:gd name="connsiteY3" fmla="*/ 63740 h 127248"/>
                  <a:gd name="connsiteX4" fmla="*/ 60581 w 121883"/>
                  <a:gd name="connsiteY4" fmla="*/ 0 h 127248"/>
                  <a:gd name="connsiteX5" fmla="*/ 121883 w 121883"/>
                  <a:gd name="connsiteY5" fmla="*/ 48094 h 127248"/>
                  <a:gd name="connsiteX6" fmla="*/ 80352 w 121883"/>
                  <a:gd name="connsiteY6" fmla="*/ 48094 h 127248"/>
                  <a:gd name="connsiteX7" fmla="*/ 76975 w 121883"/>
                  <a:gd name="connsiteY7" fmla="*/ 34818 h 127248"/>
                  <a:gd name="connsiteX8" fmla="*/ 60567 w 121883"/>
                  <a:gd name="connsiteY8" fmla="*/ 31250 h 127248"/>
                  <a:gd name="connsiteX9" fmla="*/ 41504 w 121883"/>
                  <a:gd name="connsiteY9" fmla="*/ 63726 h 127248"/>
                  <a:gd name="connsiteX10" fmla="*/ 60567 w 121883"/>
                  <a:gd name="connsiteY10" fmla="*/ 95957 h 127248"/>
                  <a:gd name="connsiteX11" fmla="*/ 80352 w 121883"/>
                  <a:gd name="connsiteY11" fmla="*/ 76050 h 127248"/>
                  <a:gd name="connsiteX12" fmla="*/ 121883 w 121883"/>
                  <a:gd name="connsiteY12" fmla="*/ 76050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1883" h="127248">
                    <a:moveTo>
                      <a:pt x="121883" y="76077"/>
                    </a:moveTo>
                    <a:cubicBezTo>
                      <a:pt x="121883" y="99293"/>
                      <a:pt x="117785" y="112093"/>
                      <a:pt x="107885" y="118956"/>
                    </a:cubicBezTo>
                    <a:cubicBezTo>
                      <a:pt x="98231" y="126064"/>
                      <a:pt x="83021" y="127249"/>
                      <a:pt x="60581" y="127249"/>
                    </a:cubicBezTo>
                    <a:cubicBezTo>
                      <a:pt x="11588" y="127249"/>
                      <a:pt x="0" y="112788"/>
                      <a:pt x="0" y="63740"/>
                    </a:cubicBezTo>
                    <a:cubicBezTo>
                      <a:pt x="0" y="21555"/>
                      <a:pt x="8701" y="0"/>
                      <a:pt x="60581" y="0"/>
                    </a:cubicBezTo>
                    <a:cubicBezTo>
                      <a:pt x="97019" y="0"/>
                      <a:pt x="121883" y="3785"/>
                      <a:pt x="121883" y="48094"/>
                    </a:cubicBezTo>
                    <a:lnTo>
                      <a:pt x="80352" y="48094"/>
                    </a:lnTo>
                    <a:cubicBezTo>
                      <a:pt x="80597" y="41463"/>
                      <a:pt x="79889" y="37432"/>
                      <a:pt x="76975" y="34818"/>
                    </a:cubicBezTo>
                    <a:cubicBezTo>
                      <a:pt x="74075" y="32217"/>
                      <a:pt x="69255" y="31250"/>
                      <a:pt x="60567" y="31250"/>
                    </a:cubicBezTo>
                    <a:cubicBezTo>
                      <a:pt x="45848" y="31250"/>
                      <a:pt x="41504" y="35295"/>
                      <a:pt x="41504" y="63726"/>
                    </a:cubicBezTo>
                    <a:cubicBezTo>
                      <a:pt x="41504" y="92158"/>
                      <a:pt x="44881" y="95957"/>
                      <a:pt x="60567" y="95957"/>
                    </a:cubicBezTo>
                    <a:cubicBezTo>
                      <a:pt x="79386" y="95957"/>
                      <a:pt x="80352" y="91450"/>
                      <a:pt x="80352" y="76050"/>
                    </a:cubicBezTo>
                    <a:lnTo>
                      <a:pt x="121883" y="760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6" name="Freeform: Shape 28">
                <a:extLst>
                  <a:ext uri="{FF2B5EF4-FFF2-40B4-BE49-F238E27FC236}">
                    <a16:creationId xmlns:a16="http://schemas.microsoft.com/office/drawing/2014/main" id="{DF75D081-786A-6AF4-5FB8-29D3677FEC2E}"/>
                  </a:ext>
                </a:extLst>
              </p:cNvPr>
              <p:cNvSpPr/>
              <p:nvPr/>
            </p:nvSpPr>
            <p:spPr>
              <a:xfrm>
                <a:off x="5197022" y="2482641"/>
                <a:ext cx="121883" cy="177726"/>
              </a:xfrm>
              <a:custGeom>
                <a:avLst/>
                <a:gdLst>
                  <a:gd name="connsiteX0" fmla="*/ 41504 w 121883"/>
                  <a:gd name="connsiteY0" fmla="*/ 76526 h 177726"/>
                  <a:gd name="connsiteX1" fmla="*/ 43192 w 121883"/>
                  <a:gd name="connsiteY1" fmla="*/ 76526 h 177726"/>
                  <a:gd name="connsiteX2" fmla="*/ 81088 w 121883"/>
                  <a:gd name="connsiteY2" fmla="*/ 51893 h 177726"/>
                  <a:gd name="connsiteX3" fmla="*/ 121883 w 121883"/>
                  <a:gd name="connsiteY3" fmla="*/ 91709 h 177726"/>
                  <a:gd name="connsiteX4" fmla="*/ 121883 w 121883"/>
                  <a:gd name="connsiteY4" fmla="*/ 177726 h 177726"/>
                  <a:gd name="connsiteX5" fmla="*/ 80366 w 121883"/>
                  <a:gd name="connsiteY5" fmla="*/ 177726 h 177726"/>
                  <a:gd name="connsiteX6" fmla="*/ 80366 w 121883"/>
                  <a:gd name="connsiteY6" fmla="*/ 101173 h 177726"/>
                  <a:gd name="connsiteX7" fmla="*/ 63236 w 121883"/>
                  <a:gd name="connsiteY7" fmla="*/ 83158 h 177726"/>
                  <a:gd name="connsiteX8" fmla="*/ 41517 w 121883"/>
                  <a:gd name="connsiteY8" fmla="*/ 109234 h 177726"/>
                  <a:gd name="connsiteX9" fmla="*/ 41517 w 121883"/>
                  <a:gd name="connsiteY9" fmla="*/ 177726 h 177726"/>
                  <a:gd name="connsiteX10" fmla="*/ 0 w 121883"/>
                  <a:gd name="connsiteY10" fmla="*/ 177726 h 177726"/>
                  <a:gd name="connsiteX11" fmla="*/ 0 w 121883"/>
                  <a:gd name="connsiteY11" fmla="*/ 0 h 177726"/>
                  <a:gd name="connsiteX12" fmla="*/ 41517 w 121883"/>
                  <a:gd name="connsiteY12" fmla="*/ 0 h 177726"/>
                  <a:gd name="connsiteX13" fmla="*/ 41517 w 121883"/>
                  <a:gd name="connsiteY13" fmla="*/ 76526 h 177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883" h="177726">
                    <a:moveTo>
                      <a:pt x="41504" y="76526"/>
                    </a:moveTo>
                    <a:lnTo>
                      <a:pt x="43192" y="76526"/>
                    </a:lnTo>
                    <a:cubicBezTo>
                      <a:pt x="49225" y="56864"/>
                      <a:pt x="61548" y="51893"/>
                      <a:pt x="81088" y="51893"/>
                    </a:cubicBezTo>
                    <a:cubicBezTo>
                      <a:pt x="109084" y="51893"/>
                      <a:pt x="121883" y="64925"/>
                      <a:pt x="121883" y="91709"/>
                    </a:cubicBezTo>
                    <a:lnTo>
                      <a:pt x="121883" y="177726"/>
                    </a:lnTo>
                    <a:lnTo>
                      <a:pt x="80366" y="177726"/>
                    </a:lnTo>
                    <a:lnTo>
                      <a:pt x="80366" y="101173"/>
                    </a:lnTo>
                    <a:cubicBezTo>
                      <a:pt x="80134" y="89095"/>
                      <a:pt x="76744" y="83158"/>
                      <a:pt x="63236" y="83158"/>
                    </a:cubicBezTo>
                    <a:cubicBezTo>
                      <a:pt x="44663" y="83158"/>
                      <a:pt x="41517" y="94065"/>
                      <a:pt x="41517" y="109234"/>
                    </a:cubicBezTo>
                    <a:lnTo>
                      <a:pt x="41517" y="177726"/>
                    </a:lnTo>
                    <a:lnTo>
                      <a:pt x="0" y="177726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652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ACB6D22-70A4-B301-2AA9-CDB842265FEC}"/>
                </a:ext>
              </a:extLst>
            </p:cNvPr>
            <p:cNvGrpSpPr/>
            <p:nvPr/>
          </p:nvGrpSpPr>
          <p:grpSpPr>
            <a:xfrm>
              <a:off x="3824442" y="2481552"/>
              <a:ext cx="179889" cy="179891"/>
              <a:chOff x="3824442" y="2481552"/>
              <a:chExt cx="179889" cy="179891"/>
            </a:xfrm>
          </p:grpSpPr>
          <p:sp>
            <p:nvSpPr>
              <p:cNvPr id="9" name="Freeform: Shape 7">
                <a:extLst>
                  <a:ext uri="{FF2B5EF4-FFF2-40B4-BE49-F238E27FC236}">
                    <a16:creationId xmlns:a16="http://schemas.microsoft.com/office/drawing/2014/main" id="{A7CCEFD6-A337-7227-4635-416A72E92AB0}"/>
                  </a:ext>
                </a:extLst>
              </p:cNvPr>
              <p:cNvSpPr/>
              <p:nvPr/>
            </p:nvSpPr>
            <p:spPr>
              <a:xfrm>
                <a:off x="382444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" name="Freeform: Shape 10">
                <a:extLst>
                  <a:ext uri="{FF2B5EF4-FFF2-40B4-BE49-F238E27FC236}">
                    <a16:creationId xmlns:a16="http://schemas.microsoft.com/office/drawing/2014/main" id="{1270F565-F68F-F8D9-1123-3243D82CFE37}"/>
                  </a:ext>
                </a:extLst>
              </p:cNvPr>
              <p:cNvSpPr/>
              <p:nvPr/>
            </p:nvSpPr>
            <p:spPr>
              <a:xfrm>
                <a:off x="3887569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" name="Freeform: Shape 11">
                <a:extLst>
                  <a:ext uri="{FF2B5EF4-FFF2-40B4-BE49-F238E27FC236}">
                    <a16:creationId xmlns:a16="http://schemas.microsoft.com/office/drawing/2014/main" id="{D3E6046C-2E60-A8BC-8D57-F576170D7B71}"/>
                  </a:ext>
                </a:extLst>
              </p:cNvPr>
              <p:cNvSpPr/>
              <p:nvPr/>
            </p:nvSpPr>
            <p:spPr>
              <a:xfrm>
                <a:off x="395068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" name="Freeform: Shape 13">
                <a:extLst>
                  <a:ext uri="{FF2B5EF4-FFF2-40B4-BE49-F238E27FC236}">
                    <a16:creationId xmlns:a16="http://schemas.microsoft.com/office/drawing/2014/main" id="{83CBA3BA-4130-678A-DA60-6CFFB78E7522}"/>
                  </a:ext>
                </a:extLst>
              </p:cNvPr>
              <p:cNvSpPr/>
              <p:nvPr/>
            </p:nvSpPr>
            <p:spPr>
              <a:xfrm>
                <a:off x="382444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" name="Freeform: Shape 14">
                <a:extLst>
                  <a:ext uri="{FF2B5EF4-FFF2-40B4-BE49-F238E27FC236}">
                    <a16:creationId xmlns:a16="http://schemas.microsoft.com/office/drawing/2014/main" id="{5F6ADD3C-2FB6-BEB8-4316-8AABC1D65C9B}"/>
                  </a:ext>
                </a:extLst>
              </p:cNvPr>
              <p:cNvSpPr/>
              <p:nvPr/>
            </p:nvSpPr>
            <p:spPr>
              <a:xfrm>
                <a:off x="3887569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4" name="Freeform: Shape 15">
                <a:extLst>
                  <a:ext uri="{FF2B5EF4-FFF2-40B4-BE49-F238E27FC236}">
                    <a16:creationId xmlns:a16="http://schemas.microsoft.com/office/drawing/2014/main" id="{FB36702F-E11C-D37F-3705-67D7819E6962}"/>
                  </a:ext>
                </a:extLst>
              </p:cNvPr>
              <p:cNvSpPr/>
              <p:nvPr/>
            </p:nvSpPr>
            <p:spPr>
              <a:xfrm>
                <a:off x="395068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" name="Freeform: Shape 16">
                <a:extLst>
                  <a:ext uri="{FF2B5EF4-FFF2-40B4-BE49-F238E27FC236}">
                    <a16:creationId xmlns:a16="http://schemas.microsoft.com/office/drawing/2014/main" id="{ADB6A135-1A68-55C4-1AD8-EF0948549761}"/>
                  </a:ext>
                </a:extLst>
              </p:cNvPr>
              <p:cNvSpPr/>
              <p:nvPr/>
            </p:nvSpPr>
            <p:spPr>
              <a:xfrm>
                <a:off x="382444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" name="Freeform: Shape 17">
                <a:extLst>
                  <a:ext uri="{FF2B5EF4-FFF2-40B4-BE49-F238E27FC236}">
                    <a16:creationId xmlns:a16="http://schemas.microsoft.com/office/drawing/2014/main" id="{58A0BEAE-88A5-06F1-AAB7-1C93838EBF41}"/>
                  </a:ext>
                </a:extLst>
              </p:cNvPr>
              <p:cNvSpPr/>
              <p:nvPr/>
            </p:nvSpPr>
            <p:spPr>
              <a:xfrm>
                <a:off x="3887569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18">
                <a:extLst>
                  <a:ext uri="{FF2B5EF4-FFF2-40B4-BE49-F238E27FC236}">
                    <a16:creationId xmlns:a16="http://schemas.microsoft.com/office/drawing/2014/main" id="{4962C3E6-BA9B-900E-D8EB-EA15F8CDAEFA}"/>
                  </a:ext>
                </a:extLst>
              </p:cNvPr>
              <p:cNvSpPr/>
              <p:nvPr/>
            </p:nvSpPr>
            <p:spPr>
              <a:xfrm>
                <a:off x="395068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56070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te_Content_2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4628084-9176-AB3A-898C-7A8291C134E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567478" y="4804408"/>
            <a:ext cx="1042737" cy="126000"/>
            <a:chOff x="3824442" y="2481198"/>
            <a:chExt cx="1494463" cy="18058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3675ED5-4BA7-1DEF-F8D9-57027AD9B9F4}"/>
                </a:ext>
              </a:extLst>
            </p:cNvPr>
            <p:cNvGrpSpPr/>
            <p:nvPr/>
          </p:nvGrpSpPr>
          <p:grpSpPr>
            <a:xfrm>
              <a:off x="4083922" y="2481198"/>
              <a:ext cx="1234983" cy="180585"/>
              <a:chOff x="4083922" y="2481198"/>
              <a:chExt cx="1234983" cy="180585"/>
            </a:xfrm>
          </p:grpSpPr>
          <p:sp>
            <p:nvSpPr>
              <p:cNvPr id="28" name="Freeform: Shape 19">
                <a:extLst>
                  <a:ext uri="{FF2B5EF4-FFF2-40B4-BE49-F238E27FC236}">
                    <a16:creationId xmlns:a16="http://schemas.microsoft.com/office/drawing/2014/main" id="{865E8285-15EC-F621-A4ED-5DFAFB004B93}"/>
                  </a:ext>
                </a:extLst>
              </p:cNvPr>
              <p:cNvSpPr/>
              <p:nvPr/>
            </p:nvSpPr>
            <p:spPr>
              <a:xfrm>
                <a:off x="4083922" y="2481198"/>
                <a:ext cx="159274" cy="180558"/>
              </a:xfrm>
              <a:custGeom>
                <a:avLst/>
                <a:gdLst>
                  <a:gd name="connsiteX0" fmla="*/ 159275 w 159274"/>
                  <a:gd name="connsiteY0" fmla="*/ 111848 h 180558"/>
                  <a:gd name="connsiteX1" fmla="*/ 159275 w 159274"/>
                  <a:gd name="connsiteY1" fmla="*/ 117063 h 180558"/>
                  <a:gd name="connsiteX2" fmla="*/ 142622 w 159274"/>
                  <a:gd name="connsiteY2" fmla="*/ 167541 h 180558"/>
                  <a:gd name="connsiteX3" fmla="*/ 85186 w 159274"/>
                  <a:gd name="connsiteY3" fmla="*/ 180558 h 180558"/>
                  <a:gd name="connsiteX4" fmla="*/ 0 w 159274"/>
                  <a:gd name="connsiteY4" fmla="*/ 113264 h 180558"/>
                  <a:gd name="connsiteX5" fmla="*/ 0 w 159274"/>
                  <a:gd name="connsiteY5" fmla="*/ 67294 h 180558"/>
                  <a:gd name="connsiteX6" fmla="*/ 85186 w 159274"/>
                  <a:gd name="connsiteY6" fmla="*/ 0 h 180558"/>
                  <a:gd name="connsiteX7" fmla="*/ 159043 w 159274"/>
                  <a:gd name="connsiteY7" fmla="*/ 58307 h 180558"/>
                  <a:gd name="connsiteX8" fmla="*/ 159043 w 159274"/>
                  <a:gd name="connsiteY8" fmla="*/ 65183 h 180558"/>
                  <a:gd name="connsiteX9" fmla="*/ 109315 w 159274"/>
                  <a:gd name="connsiteY9" fmla="*/ 65183 h 180558"/>
                  <a:gd name="connsiteX10" fmla="*/ 109315 w 159274"/>
                  <a:gd name="connsiteY10" fmla="*/ 58307 h 180558"/>
                  <a:gd name="connsiteX11" fmla="*/ 79876 w 159274"/>
                  <a:gd name="connsiteY11" fmla="*/ 41232 h 180558"/>
                  <a:gd name="connsiteX12" fmla="*/ 49701 w 159274"/>
                  <a:gd name="connsiteY12" fmla="*/ 74892 h 180558"/>
                  <a:gd name="connsiteX13" fmla="*/ 49701 w 159274"/>
                  <a:gd name="connsiteY13" fmla="*/ 102616 h 180558"/>
                  <a:gd name="connsiteX14" fmla="*/ 79876 w 159274"/>
                  <a:gd name="connsiteY14" fmla="*/ 139354 h 180558"/>
                  <a:gd name="connsiteX15" fmla="*/ 109560 w 159274"/>
                  <a:gd name="connsiteY15" fmla="*/ 117091 h 180558"/>
                  <a:gd name="connsiteX16" fmla="*/ 109560 w 159274"/>
                  <a:gd name="connsiteY16" fmla="*/ 111875 h 180558"/>
                  <a:gd name="connsiteX17" fmla="*/ 159275 w 159274"/>
                  <a:gd name="connsiteY17" fmla="*/ 111875 h 180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9274" h="180558">
                    <a:moveTo>
                      <a:pt x="159275" y="111848"/>
                    </a:moveTo>
                    <a:lnTo>
                      <a:pt x="159275" y="117063"/>
                    </a:lnTo>
                    <a:cubicBezTo>
                      <a:pt x="159275" y="136481"/>
                      <a:pt x="159030" y="154019"/>
                      <a:pt x="142622" y="167541"/>
                    </a:cubicBezTo>
                    <a:cubicBezTo>
                      <a:pt x="126200" y="180803"/>
                      <a:pt x="106183" y="180558"/>
                      <a:pt x="85186" y="180558"/>
                    </a:cubicBezTo>
                    <a:cubicBezTo>
                      <a:pt x="35948" y="180558"/>
                      <a:pt x="0" y="178189"/>
                      <a:pt x="0" y="113264"/>
                    </a:cubicBezTo>
                    <a:lnTo>
                      <a:pt x="0" y="67294"/>
                    </a:lnTo>
                    <a:cubicBezTo>
                      <a:pt x="-14" y="8538"/>
                      <a:pt x="32081" y="0"/>
                      <a:pt x="85186" y="0"/>
                    </a:cubicBezTo>
                    <a:cubicBezTo>
                      <a:pt x="134901" y="0"/>
                      <a:pt x="158077" y="4970"/>
                      <a:pt x="159043" y="58307"/>
                    </a:cubicBezTo>
                    <a:lnTo>
                      <a:pt x="159043" y="65183"/>
                    </a:lnTo>
                    <a:lnTo>
                      <a:pt x="109315" y="65183"/>
                    </a:lnTo>
                    <a:lnTo>
                      <a:pt x="109315" y="58307"/>
                    </a:lnTo>
                    <a:cubicBezTo>
                      <a:pt x="107640" y="42430"/>
                      <a:pt x="96284" y="41232"/>
                      <a:pt x="79876" y="41232"/>
                    </a:cubicBezTo>
                    <a:cubicBezTo>
                      <a:pt x="52356" y="41232"/>
                      <a:pt x="49701" y="49538"/>
                      <a:pt x="49701" y="74892"/>
                    </a:cubicBezTo>
                    <a:lnTo>
                      <a:pt x="49701" y="102616"/>
                    </a:lnTo>
                    <a:cubicBezTo>
                      <a:pt x="49701" y="129169"/>
                      <a:pt x="50913" y="139354"/>
                      <a:pt x="79876" y="139354"/>
                    </a:cubicBezTo>
                    <a:cubicBezTo>
                      <a:pt x="99906" y="139354"/>
                      <a:pt x="109560" y="137938"/>
                      <a:pt x="109560" y="117091"/>
                    </a:cubicBezTo>
                    <a:lnTo>
                      <a:pt x="109560" y="111875"/>
                    </a:lnTo>
                    <a:lnTo>
                      <a:pt x="159275" y="111875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" name="Freeform: Shape 20">
                <a:extLst>
                  <a:ext uri="{FF2B5EF4-FFF2-40B4-BE49-F238E27FC236}">
                    <a16:creationId xmlns:a16="http://schemas.microsoft.com/office/drawing/2014/main" id="{2D901844-68EB-5353-7D9D-DB755CD2487E}"/>
                  </a:ext>
                </a:extLst>
              </p:cNvPr>
              <p:cNvSpPr/>
              <p:nvPr/>
            </p:nvSpPr>
            <p:spPr>
              <a:xfrm>
                <a:off x="4261525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" name="Freeform: Shape 21">
                <a:extLst>
                  <a:ext uri="{FF2B5EF4-FFF2-40B4-BE49-F238E27FC236}">
                    <a16:creationId xmlns:a16="http://schemas.microsoft.com/office/drawing/2014/main" id="{C81AD03C-3502-21EA-91AB-6A1C9C3B0901}"/>
                  </a:ext>
                </a:extLst>
              </p:cNvPr>
              <p:cNvSpPr/>
              <p:nvPr/>
            </p:nvSpPr>
            <p:spPr>
              <a:xfrm>
                <a:off x="4316564" y="2509643"/>
                <a:ext cx="110540" cy="152126"/>
              </a:xfrm>
              <a:custGeom>
                <a:avLst/>
                <a:gdLst>
                  <a:gd name="connsiteX0" fmla="*/ 104985 w 110540"/>
                  <a:gd name="connsiteY0" fmla="*/ 56142 h 152126"/>
                  <a:gd name="connsiteX1" fmla="*/ 56959 w 110540"/>
                  <a:gd name="connsiteY1" fmla="*/ 56142 h 152126"/>
                  <a:gd name="connsiteX2" fmla="*/ 56959 w 110540"/>
                  <a:gd name="connsiteY2" fmla="*/ 111835 h 152126"/>
                  <a:gd name="connsiteX3" fmla="*/ 66382 w 110540"/>
                  <a:gd name="connsiteY3" fmla="*/ 122265 h 152126"/>
                  <a:gd name="connsiteX4" fmla="*/ 77234 w 110540"/>
                  <a:gd name="connsiteY4" fmla="*/ 106156 h 152126"/>
                  <a:gd name="connsiteX5" fmla="*/ 77479 w 110540"/>
                  <a:gd name="connsiteY5" fmla="*/ 99511 h 152126"/>
                  <a:gd name="connsiteX6" fmla="*/ 110541 w 110540"/>
                  <a:gd name="connsiteY6" fmla="*/ 99511 h 152126"/>
                  <a:gd name="connsiteX7" fmla="*/ 110541 w 110540"/>
                  <a:gd name="connsiteY7" fmla="*/ 110650 h 152126"/>
                  <a:gd name="connsiteX8" fmla="*/ 63958 w 110540"/>
                  <a:gd name="connsiteY8" fmla="*/ 152127 h 152126"/>
                  <a:gd name="connsiteX9" fmla="*/ 15455 w 110540"/>
                  <a:gd name="connsiteY9" fmla="*/ 117526 h 152126"/>
                  <a:gd name="connsiteX10" fmla="*/ 15455 w 110540"/>
                  <a:gd name="connsiteY10" fmla="*/ 56142 h 152126"/>
                  <a:gd name="connsiteX11" fmla="*/ 0 w 110540"/>
                  <a:gd name="connsiteY11" fmla="*/ 56142 h 152126"/>
                  <a:gd name="connsiteX12" fmla="*/ 0 w 110540"/>
                  <a:gd name="connsiteY12" fmla="*/ 26294 h 152126"/>
                  <a:gd name="connsiteX13" fmla="*/ 15455 w 110540"/>
                  <a:gd name="connsiteY13" fmla="*/ 26294 h 152126"/>
                  <a:gd name="connsiteX14" fmla="*/ 15455 w 110540"/>
                  <a:gd name="connsiteY14" fmla="*/ 0 h 152126"/>
                  <a:gd name="connsiteX15" fmla="*/ 56959 w 110540"/>
                  <a:gd name="connsiteY15" fmla="*/ 0 h 152126"/>
                  <a:gd name="connsiteX16" fmla="*/ 56959 w 110540"/>
                  <a:gd name="connsiteY16" fmla="*/ 26294 h 152126"/>
                  <a:gd name="connsiteX17" fmla="*/ 104985 w 110540"/>
                  <a:gd name="connsiteY17" fmla="*/ 26294 h 152126"/>
                  <a:gd name="connsiteX18" fmla="*/ 104985 w 110540"/>
                  <a:gd name="connsiteY18" fmla="*/ 56142 h 15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0540" h="152126">
                    <a:moveTo>
                      <a:pt x="104985" y="56142"/>
                    </a:moveTo>
                    <a:lnTo>
                      <a:pt x="56959" y="56142"/>
                    </a:lnTo>
                    <a:lnTo>
                      <a:pt x="56959" y="111835"/>
                    </a:lnTo>
                    <a:cubicBezTo>
                      <a:pt x="57204" y="119188"/>
                      <a:pt x="58674" y="122265"/>
                      <a:pt x="66382" y="122265"/>
                    </a:cubicBezTo>
                    <a:cubicBezTo>
                      <a:pt x="77234" y="122265"/>
                      <a:pt x="76758" y="114680"/>
                      <a:pt x="77234" y="106156"/>
                    </a:cubicBezTo>
                    <a:lnTo>
                      <a:pt x="77479" y="99511"/>
                    </a:lnTo>
                    <a:lnTo>
                      <a:pt x="110541" y="99511"/>
                    </a:lnTo>
                    <a:lnTo>
                      <a:pt x="110541" y="110650"/>
                    </a:lnTo>
                    <a:cubicBezTo>
                      <a:pt x="110541" y="144542"/>
                      <a:pt x="97741" y="152127"/>
                      <a:pt x="63958" y="152127"/>
                    </a:cubicBezTo>
                    <a:cubicBezTo>
                      <a:pt x="37419" y="152127"/>
                      <a:pt x="15455" y="148804"/>
                      <a:pt x="15455" y="117526"/>
                    </a:cubicBezTo>
                    <a:lnTo>
                      <a:pt x="15455" y="56142"/>
                    </a:lnTo>
                    <a:lnTo>
                      <a:pt x="0" y="56142"/>
                    </a:lnTo>
                    <a:lnTo>
                      <a:pt x="0" y="26294"/>
                    </a:lnTo>
                    <a:lnTo>
                      <a:pt x="15455" y="26294"/>
                    </a:lnTo>
                    <a:lnTo>
                      <a:pt x="15455" y="0"/>
                    </a:lnTo>
                    <a:lnTo>
                      <a:pt x="56959" y="0"/>
                    </a:lnTo>
                    <a:lnTo>
                      <a:pt x="56959" y="26294"/>
                    </a:lnTo>
                    <a:lnTo>
                      <a:pt x="104985" y="26294"/>
                    </a:lnTo>
                    <a:lnTo>
                      <a:pt x="104985" y="5614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1" name="Freeform: Shape 22">
                <a:extLst>
                  <a:ext uri="{FF2B5EF4-FFF2-40B4-BE49-F238E27FC236}">
                    <a16:creationId xmlns:a16="http://schemas.microsoft.com/office/drawing/2014/main" id="{0435095E-554F-0304-C1C2-2D0CEB38A859}"/>
                  </a:ext>
                </a:extLst>
              </p:cNvPr>
              <p:cNvSpPr/>
              <p:nvPr/>
            </p:nvSpPr>
            <p:spPr>
              <a:xfrm>
                <a:off x="4440599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2" name="Freeform: Shape 23">
                <a:extLst>
                  <a:ext uri="{FF2B5EF4-FFF2-40B4-BE49-F238E27FC236}">
                    <a16:creationId xmlns:a16="http://schemas.microsoft.com/office/drawing/2014/main" id="{3A731241-0FFD-EABE-A1C7-34BA480D6FBF}"/>
                  </a:ext>
                </a:extLst>
              </p:cNvPr>
              <p:cNvSpPr/>
              <p:nvPr/>
            </p:nvSpPr>
            <p:spPr>
              <a:xfrm>
                <a:off x="4504570" y="2535923"/>
                <a:ext cx="121651" cy="125846"/>
              </a:xfrm>
              <a:custGeom>
                <a:avLst/>
                <a:gdLst>
                  <a:gd name="connsiteX0" fmla="*/ 81333 w 121651"/>
                  <a:gd name="connsiteY0" fmla="*/ 124430 h 125846"/>
                  <a:gd name="connsiteX1" fmla="*/ 82790 w 121651"/>
                  <a:gd name="connsiteY1" fmla="*/ 100492 h 125846"/>
                  <a:gd name="connsiteX2" fmla="*/ 80856 w 121651"/>
                  <a:gd name="connsiteY2" fmla="*/ 100492 h 125846"/>
                  <a:gd name="connsiteX3" fmla="*/ 42961 w 121651"/>
                  <a:gd name="connsiteY3" fmla="*/ 125846 h 125846"/>
                  <a:gd name="connsiteX4" fmla="*/ 0 w 121651"/>
                  <a:gd name="connsiteY4" fmla="*/ 85091 h 125846"/>
                  <a:gd name="connsiteX5" fmla="*/ 0 w 121651"/>
                  <a:gd name="connsiteY5" fmla="*/ 0 h 125846"/>
                  <a:gd name="connsiteX6" fmla="*/ 41517 w 121651"/>
                  <a:gd name="connsiteY6" fmla="*/ 0 h 125846"/>
                  <a:gd name="connsiteX7" fmla="*/ 41517 w 121651"/>
                  <a:gd name="connsiteY7" fmla="*/ 74184 h 125846"/>
                  <a:gd name="connsiteX8" fmla="*/ 56727 w 121651"/>
                  <a:gd name="connsiteY8" fmla="*/ 94555 h 125846"/>
                  <a:gd name="connsiteX9" fmla="*/ 80134 w 121651"/>
                  <a:gd name="connsiteY9" fmla="*/ 76540 h 125846"/>
                  <a:gd name="connsiteX10" fmla="*/ 80134 w 121651"/>
                  <a:gd name="connsiteY10" fmla="*/ 0 h 125846"/>
                  <a:gd name="connsiteX11" fmla="*/ 121652 w 121651"/>
                  <a:gd name="connsiteY11" fmla="*/ 0 h 125846"/>
                  <a:gd name="connsiteX12" fmla="*/ 121652 w 121651"/>
                  <a:gd name="connsiteY12" fmla="*/ 124416 h 125846"/>
                  <a:gd name="connsiteX13" fmla="*/ 81346 w 121651"/>
                  <a:gd name="connsiteY13" fmla="*/ 124416 h 125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651" h="125846">
                    <a:moveTo>
                      <a:pt x="81333" y="124430"/>
                    </a:moveTo>
                    <a:lnTo>
                      <a:pt x="82790" y="100492"/>
                    </a:lnTo>
                    <a:lnTo>
                      <a:pt x="80856" y="100492"/>
                    </a:lnTo>
                    <a:cubicBezTo>
                      <a:pt x="75055" y="119691"/>
                      <a:pt x="60581" y="125846"/>
                      <a:pt x="42961" y="125846"/>
                    </a:cubicBezTo>
                    <a:cubicBezTo>
                      <a:pt x="17865" y="125846"/>
                      <a:pt x="0" y="115416"/>
                      <a:pt x="0" y="85091"/>
                    </a:cubicBez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4184"/>
                    </a:lnTo>
                    <a:cubicBezTo>
                      <a:pt x="41517" y="85554"/>
                      <a:pt x="42729" y="94555"/>
                      <a:pt x="56727" y="94555"/>
                    </a:cubicBezTo>
                    <a:cubicBezTo>
                      <a:pt x="67825" y="94555"/>
                      <a:pt x="80134" y="88863"/>
                      <a:pt x="80134" y="76540"/>
                    </a:cubicBezTo>
                    <a:lnTo>
                      <a:pt x="80134" y="0"/>
                    </a:lnTo>
                    <a:lnTo>
                      <a:pt x="121652" y="0"/>
                    </a:lnTo>
                    <a:lnTo>
                      <a:pt x="121652" y="124416"/>
                    </a:lnTo>
                    <a:lnTo>
                      <a:pt x="81346" y="12441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3" name="Freeform: Shape 24">
                <a:extLst>
                  <a:ext uri="{FF2B5EF4-FFF2-40B4-BE49-F238E27FC236}">
                    <a16:creationId xmlns:a16="http://schemas.microsoft.com/office/drawing/2014/main" id="{64A2AF92-23B3-7A89-3375-2783D86CC13F}"/>
                  </a:ext>
                </a:extLst>
              </p:cNvPr>
              <p:cNvSpPr/>
              <p:nvPr/>
            </p:nvSpPr>
            <p:spPr>
              <a:xfrm>
                <a:off x="4648403" y="2534548"/>
                <a:ext cx="124048" cy="127235"/>
              </a:xfrm>
              <a:custGeom>
                <a:avLst/>
                <a:gdLst>
                  <a:gd name="connsiteX0" fmla="*/ 78909 w 124048"/>
                  <a:gd name="connsiteY0" fmla="*/ 36711 h 127235"/>
                  <a:gd name="connsiteX1" fmla="*/ 62024 w 124048"/>
                  <a:gd name="connsiteY1" fmla="*/ 26280 h 127235"/>
                  <a:gd name="connsiteX2" fmla="*/ 40292 w 124048"/>
                  <a:gd name="connsiteY2" fmla="*/ 36234 h 127235"/>
                  <a:gd name="connsiteX3" fmla="*/ 62024 w 124048"/>
                  <a:gd name="connsiteY3" fmla="*/ 47128 h 127235"/>
                  <a:gd name="connsiteX4" fmla="*/ 124048 w 124048"/>
                  <a:gd name="connsiteY4" fmla="*/ 85282 h 127235"/>
                  <a:gd name="connsiteX5" fmla="*/ 62024 w 124048"/>
                  <a:gd name="connsiteY5" fmla="*/ 127235 h 127235"/>
                  <a:gd name="connsiteX6" fmla="*/ 0 w 124048"/>
                  <a:gd name="connsiteY6" fmla="*/ 86943 h 127235"/>
                  <a:gd name="connsiteX7" fmla="*/ 41504 w 124048"/>
                  <a:gd name="connsiteY7" fmla="*/ 86943 h 127235"/>
                  <a:gd name="connsiteX8" fmla="*/ 62024 w 124048"/>
                  <a:gd name="connsiteY8" fmla="*/ 100927 h 127235"/>
                  <a:gd name="connsiteX9" fmla="*/ 83743 w 124048"/>
                  <a:gd name="connsiteY9" fmla="*/ 90034 h 127235"/>
                  <a:gd name="connsiteX10" fmla="*/ 62024 w 124048"/>
                  <a:gd name="connsiteY10" fmla="*/ 77725 h 127235"/>
                  <a:gd name="connsiteX11" fmla="*/ 0 w 124048"/>
                  <a:gd name="connsiteY11" fmla="*/ 40755 h 127235"/>
                  <a:gd name="connsiteX12" fmla="*/ 62024 w 124048"/>
                  <a:gd name="connsiteY12" fmla="*/ 0 h 127235"/>
                  <a:gd name="connsiteX13" fmla="*/ 118016 w 124048"/>
                  <a:gd name="connsiteY13" fmla="*/ 30801 h 127235"/>
                  <a:gd name="connsiteX14" fmla="*/ 118016 w 124048"/>
                  <a:gd name="connsiteY14" fmla="*/ 36724 h 127235"/>
                  <a:gd name="connsiteX15" fmla="*/ 78909 w 124048"/>
                  <a:gd name="connsiteY15" fmla="*/ 36724 h 127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4048" h="127235">
                    <a:moveTo>
                      <a:pt x="78909" y="36711"/>
                    </a:moveTo>
                    <a:cubicBezTo>
                      <a:pt x="77479" y="26280"/>
                      <a:pt x="68533" y="26280"/>
                      <a:pt x="62024" y="26280"/>
                    </a:cubicBezTo>
                    <a:cubicBezTo>
                      <a:pt x="40292" y="26280"/>
                      <a:pt x="40292" y="28895"/>
                      <a:pt x="40292" y="36234"/>
                    </a:cubicBezTo>
                    <a:cubicBezTo>
                      <a:pt x="40292" y="42389"/>
                      <a:pt x="40782" y="46665"/>
                      <a:pt x="62024" y="47128"/>
                    </a:cubicBezTo>
                    <a:cubicBezTo>
                      <a:pt x="104985" y="48081"/>
                      <a:pt x="124048" y="50450"/>
                      <a:pt x="124048" y="85282"/>
                    </a:cubicBezTo>
                    <a:cubicBezTo>
                      <a:pt x="124048" y="120114"/>
                      <a:pt x="95317" y="127235"/>
                      <a:pt x="62024" y="127235"/>
                    </a:cubicBezTo>
                    <a:cubicBezTo>
                      <a:pt x="28731" y="127235"/>
                      <a:pt x="0" y="127943"/>
                      <a:pt x="0" y="86943"/>
                    </a:cubicBezTo>
                    <a:lnTo>
                      <a:pt x="41504" y="86943"/>
                    </a:lnTo>
                    <a:cubicBezTo>
                      <a:pt x="41504" y="100927"/>
                      <a:pt x="51880" y="100927"/>
                      <a:pt x="62024" y="100927"/>
                    </a:cubicBezTo>
                    <a:cubicBezTo>
                      <a:pt x="80843" y="100927"/>
                      <a:pt x="83743" y="99756"/>
                      <a:pt x="83743" y="90034"/>
                    </a:cubicBezTo>
                    <a:cubicBezTo>
                      <a:pt x="83743" y="77725"/>
                      <a:pt x="76499" y="77725"/>
                      <a:pt x="62024" y="77725"/>
                    </a:cubicBezTo>
                    <a:cubicBezTo>
                      <a:pt x="9409" y="77725"/>
                      <a:pt x="0" y="66109"/>
                      <a:pt x="0" y="40755"/>
                    </a:cubicBezTo>
                    <a:cubicBezTo>
                      <a:pt x="0" y="708"/>
                      <a:pt x="26784" y="0"/>
                      <a:pt x="62024" y="0"/>
                    </a:cubicBezTo>
                    <a:cubicBezTo>
                      <a:pt x="85186" y="0"/>
                      <a:pt x="118016" y="231"/>
                      <a:pt x="118016" y="30801"/>
                    </a:cubicBezTo>
                    <a:lnTo>
                      <a:pt x="118016" y="36724"/>
                    </a:lnTo>
                    <a:lnTo>
                      <a:pt x="78909" y="36724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4" name="Freeform: Shape 25">
                <a:extLst>
                  <a:ext uri="{FF2B5EF4-FFF2-40B4-BE49-F238E27FC236}">
                    <a16:creationId xmlns:a16="http://schemas.microsoft.com/office/drawing/2014/main" id="{C72C5394-4D86-79C3-84DC-C1268EEDEE6E}"/>
                  </a:ext>
                </a:extLst>
              </p:cNvPr>
              <p:cNvSpPr/>
              <p:nvPr/>
            </p:nvSpPr>
            <p:spPr>
              <a:xfrm>
                <a:off x="4780418" y="2482641"/>
                <a:ext cx="143356" cy="177712"/>
              </a:xfrm>
              <a:custGeom>
                <a:avLst/>
                <a:gdLst>
                  <a:gd name="connsiteX0" fmla="*/ 94609 w 143356"/>
                  <a:gd name="connsiteY0" fmla="*/ 177712 h 177712"/>
                  <a:gd name="connsiteX1" fmla="*/ 46338 w 143356"/>
                  <a:gd name="connsiteY1" fmla="*/ 177712 h 177712"/>
                  <a:gd name="connsiteX2" fmla="*/ 46338 w 143356"/>
                  <a:gd name="connsiteY2" fmla="*/ 41218 h 177712"/>
                  <a:gd name="connsiteX3" fmla="*/ 0 w 143356"/>
                  <a:gd name="connsiteY3" fmla="*/ 41218 h 177712"/>
                  <a:gd name="connsiteX4" fmla="*/ 0 w 143356"/>
                  <a:gd name="connsiteY4" fmla="*/ 0 h 177712"/>
                  <a:gd name="connsiteX5" fmla="*/ 143357 w 143356"/>
                  <a:gd name="connsiteY5" fmla="*/ 0 h 177712"/>
                  <a:gd name="connsiteX6" fmla="*/ 143357 w 143356"/>
                  <a:gd name="connsiteY6" fmla="*/ 41218 h 177712"/>
                  <a:gd name="connsiteX7" fmla="*/ 94609 w 143356"/>
                  <a:gd name="connsiteY7" fmla="*/ 41218 h 177712"/>
                  <a:gd name="connsiteX8" fmla="*/ 94609 w 143356"/>
                  <a:gd name="connsiteY8" fmla="*/ 177712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3356" h="177712">
                    <a:moveTo>
                      <a:pt x="94609" y="177712"/>
                    </a:moveTo>
                    <a:lnTo>
                      <a:pt x="46338" y="177712"/>
                    </a:lnTo>
                    <a:lnTo>
                      <a:pt x="46338" y="41218"/>
                    </a:lnTo>
                    <a:lnTo>
                      <a:pt x="0" y="41218"/>
                    </a:lnTo>
                    <a:lnTo>
                      <a:pt x="0" y="0"/>
                    </a:lnTo>
                    <a:lnTo>
                      <a:pt x="143357" y="0"/>
                    </a:lnTo>
                    <a:lnTo>
                      <a:pt x="143357" y="41218"/>
                    </a:lnTo>
                    <a:lnTo>
                      <a:pt x="94609" y="41218"/>
                    </a:lnTo>
                    <a:lnTo>
                      <a:pt x="94609" y="17771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5" name="Freeform: Shape 26">
                <a:extLst>
                  <a:ext uri="{FF2B5EF4-FFF2-40B4-BE49-F238E27FC236}">
                    <a16:creationId xmlns:a16="http://schemas.microsoft.com/office/drawing/2014/main" id="{DD1DE22F-89A8-C6E5-6650-220CF57B860A}"/>
                  </a:ext>
                </a:extLst>
              </p:cNvPr>
              <p:cNvSpPr/>
              <p:nvPr/>
            </p:nvSpPr>
            <p:spPr>
              <a:xfrm>
                <a:off x="4917525" y="2534521"/>
                <a:ext cx="123830" cy="127248"/>
              </a:xfrm>
              <a:custGeom>
                <a:avLst/>
                <a:gdLst>
                  <a:gd name="connsiteX0" fmla="*/ 82313 w 123830"/>
                  <a:gd name="connsiteY0" fmla="*/ 48108 h 127248"/>
                  <a:gd name="connsiteX1" fmla="*/ 61303 w 123830"/>
                  <a:gd name="connsiteY1" fmla="*/ 28432 h 127248"/>
                  <a:gd name="connsiteX2" fmla="*/ 41517 w 123830"/>
                  <a:gd name="connsiteY2" fmla="*/ 48108 h 127248"/>
                  <a:gd name="connsiteX3" fmla="*/ 82313 w 123830"/>
                  <a:gd name="connsiteY3" fmla="*/ 48108 h 127248"/>
                  <a:gd name="connsiteX4" fmla="*/ 123817 w 123830"/>
                  <a:gd name="connsiteY4" fmla="*/ 84369 h 127248"/>
                  <a:gd name="connsiteX5" fmla="*/ 106674 w 123830"/>
                  <a:gd name="connsiteY5" fmla="*/ 119909 h 127248"/>
                  <a:gd name="connsiteX6" fmla="*/ 62024 w 123830"/>
                  <a:gd name="connsiteY6" fmla="*/ 127249 h 127248"/>
                  <a:gd name="connsiteX7" fmla="*/ 0 w 123830"/>
                  <a:gd name="connsiteY7" fmla="*/ 63740 h 127248"/>
                  <a:gd name="connsiteX8" fmla="*/ 62024 w 123830"/>
                  <a:gd name="connsiteY8" fmla="*/ 0 h 127248"/>
                  <a:gd name="connsiteX9" fmla="*/ 123817 w 123830"/>
                  <a:gd name="connsiteY9" fmla="*/ 63740 h 127248"/>
                  <a:gd name="connsiteX10" fmla="*/ 123817 w 123830"/>
                  <a:gd name="connsiteY10" fmla="*/ 70617 h 127248"/>
                  <a:gd name="connsiteX11" fmla="*/ 41517 w 123830"/>
                  <a:gd name="connsiteY11" fmla="*/ 70617 h 127248"/>
                  <a:gd name="connsiteX12" fmla="*/ 62024 w 123830"/>
                  <a:gd name="connsiteY12" fmla="*/ 98803 h 127248"/>
                  <a:gd name="connsiteX13" fmla="*/ 83035 w 123830"/>
                  <a:gd name="connsiteY13" fmla="*/ 84356 h 127248"/>
                  <a:gd name="connsiteX14" fmla="*/ 123831 w 123830"/>
                  <a:gd name="connsiteY14" fmla="*/ 84356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3830" h="127248">
                    <a:moveTo>
                      <a:pt x="82313" y="48108"/>
                    </a:moveTo>
                    <a:cubicBezTo>
                      <a:pt x="82313" y="29616"/>
                      <a:pt x="75301" y="28432"/>
                      <a:pt x="61303" y="28432"/>
                    </a:cubicBezTo>
                    <a:cubicBezTo>
                      <a:pt x="46583" y="28432"/>
                      <a:pt x="41994" y="31754"/>
                      <a:pt x="41517" y="48108"/>
                    </a:cubicBezTo>
                    <a:lnTo>
                      <a:pt x="82313" y="48108"/>
                    </a:lnTo>
                    <a:close/>
                    <a:moveTo>
                      <a:pt x="123817" y="84369"/>
                    </a:moveTo>
                    <a:cubicBezTo>
                      <a:pt x="123817" y="103093"/>
                      <a:pt x="117540" y="113754"/>
                      <a:pt x="106674" y="119909"/>
                    </a:cubicBezTo>
                    <a:cubicBezTo>
                      <a:pt x="95807" y="125833"/>
                      <a:pt x="80366" y="127249"/>
                      <a:pt x="62024" y="127249"/>
                    </a:cubicBezTo>
                    <a:cubicBezTo>
                      <a:pt x="12064" y="127249"/>
                      <a:pt x="0" y="110187"/>
                      <a:pt x="0" y="63740"/>
                    </a:cubicBezTo>
                    <a:cubicBezTo>
                      <a:pt x="0" y="17293"/>
                      <a:pt x="11098" y="0"/>
                      <a:pt x="62024" y="0"/>
                    </a:cubicBezTo>
                    <a:cubicBezTo>
                      <a:pt x="109574" y="0"/>
                      <a:pt x="123817" y="13031"/>
                      <a:pt x="123817" y="63740"/>
                    </a:cubicBezTo>
                    <a:lnTo>
                      <a:pt x="123817" y="70617"/>
                    </a:lnTo>
                    <a:lnTo>
                      <a:pt x="41517" y="70617"/>
                    </a:lnTo>
                    <a:cubicBezTo>
                      <a:pt x="41517" y="92403"/>
                      <a:pt x="44894" y="98803"/>
                      <a:pt x="62024" y="98803"/>
                    </a:cubicBezTo>
                    <a:cubicBezTo>
                      <a:pt x="74824" y="98803"/>
                      <a:pt x="83035" y="97387"/>
                      <a:pt x="83035" y="84356"/>
                    </a:cubicBezTo>
                    <a:lnTo>
                      <a:pt x="123831" y="8435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6" name="Freeform: Shape 27">
                <a:extLst>
                  <a:ext uri="{FF2B5EF4-FFF2-40B4-BE49-F238E27FC236}">
                    <a16:creationId xmlns:a16="http://schemas.microsoft.com/office/drawing/2014/main" id="{1D24AD99-44DF-49B1-4D54-C41C0BDA0675}"/>
                  </a:ext>
                </a:extLst>
              </p:cNvPr>
              <p:cNvSpPr/>
              <p:nvPr/>
            </p:nvSpPr>
            <p:spPr>
              <a:xfrm>
                <a:off x="5056306" y="2534521"/>
                <a:ext cx="121883" cy="127248"/>
              </a:xfrm>
              <a:custGeom>
                <a:avLst/>
                <a:gdLst>
                  <a:gd name="connsiteX0" fmla="*/ 121883 w 121883"/>
                  <a:gd name="connsiteY0" fmla="*/ 76077 h 127248"/>
                  <a:gd name="connsiteX1" fmla="*/ 107885 w 121883"/>
                  <a:gd name="connsiteY1" fmla="*/ 118956 h 127248"/>
                  <a:gd name="connsiteX2" fmla="*/ 60581 w 121883"/>
                  <a:gd name="connsiteY2" fmla="*/ 127249 h 127248"/>
                  <a:gd name="connsiteX3" fmla="*/ 0 w 121883"/>
                  <a:gd name="connsiteY3" fmla="*/ 63740 h 127248"/>
                  <a:gd name="connsiteX4" fmla="*/ 60581 w 121883"/>
                  <a:gd name="connsiteY4" fmla="*/ 0 h 127248"/>
                  <a:gd name="connsiteX5" fmla="*/ 121883 w 121883"/>
                  <a:gd name="connsiteY5" fmla="*/ 48094 h 127248"/>
                  <a:gd name="connsiteX6" fmla="*/ 80352 w 121883"/>
                  <a:gd name="connsiteY6" fmla="*/ 48094 h 127248"/>
                  <a:gd name="connsiteX7" fmla="*/ 76975 w 121883"/>
                  <a:gd name="connsiteY7" fmla="*/ 34818 h 127248"/>
                  <a:gd name="connsiteX8" fmla="*/ 60567 w 121883"/>
                  <a:gd name="connsiteY8" fmla="*/ 31250 h 127248"/>
                  <a:gd name="connsiteX9" fmla="*/ 41504 w 121883"/>
                  <a:gd name="connsiteY9" fmla="*/ 63726 h 127248"/>
                  <a:gd name="connsiteX10" fmla="*/ 60567 w 121883"/>
                  <a:gd name="connsiteY10" fmla="*/ 95957 h 127248"/>
                  <a:gd name="connsiteX11" fmla="*/ 80352 w 121883"/>
                  <a:gd name="connsiteY11" fmla="*/ 76050 h 127248"/>
                  <a:gd name="connsiteX12" fmla="*/ 121883 w 121883"/>
                  <a:gd name="connsiteY12" fmla="*/ 76050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1883" h="127248">
                    <a:moveTo>
                      <a:pt x="121883" y="76077"/>
                    </a:moveTo>
                    <a:cubicBezTo>
                      <a:pt x="121883" y="99293"/>
                      <a:pt x="117785" y="112093"/>
                      <a:pt x="107885" y="118956"/>
                    </a:cubicBezTo>
                    <a:cubicBezTo>
                      <a:pt x="98231" y="126064"/>
                      <a:pt x="83021" y="127249"/>
                      <a:pt x="60581" y="127249"/>
                    </a:cubicBezTo>
                    <a:cubicBezTo>
                      <a:pt x="11588" y="127249"/>
                      <a:pt x="0" y="112788"/>
                      <a:pt x="0" y="63740"/>
                    </a:cubicBezTo>
                    <a:cubicBezTo>
                      <a:pt x="0" y="21555"/>
                      <a:pt x="8701" y="0"/>
                      <a:pt x="60581" y="0"/>
                    </a:cubicBezTo>
                    <a:cubicBezTo>
                      <a:pt x="97019" y="0"/>
                      <a:pt x="121883" y="3785"/>
                      <a:pt x="121883" y="48094"/>
                    </a:cubicBezTo>
                    <a:lnTo>
                      <a:pt x="80352" y="48094"/>
                    </a:lnTo>
                    <a:cubicBezTo>
                      <a:pt x="80597" y="41463"/>
                      <a:pt x="79889" y="37432"/>
                      <a:pt x="76975" y="34818"/>
                    </a:cubicBezTo>
                    <a:cubicBezTo>
                      <a:pt x="74075" y="32217"/>
                      <a:pt x="69255" y="31250"/>
                      <a:pt x="60567" y="31250"/>
                    </a:cubicBezTo>
                    <a:cubicBezTo>
                      <a:pt x="45848" y="31250"/>
                      <a:pt x="41504" y="35295"/>
                      <a:pt x="41504" y="63726"/>
                    </a:cubicBezTo>
                    <a:cubicBezTo>
                      <a:pt x="41504" y="92158"/>
                      <a:pt x="44881" y="95957"/>
                      <a:pt x="60567" y="95957"/>
                    </a:cubicBezTo>
                    <a:cubicBezTo>
                      <a:pt x="79386" y="95957"/>
                      <a:pt x="80352" y="91450"/>
                      <a:pt x="80352" y="76050"/>
                    </a:cubicBezTo>
                    <a:lnTo>
                      <a:pt x="121883" y="760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7" name="Freeform: Shape 28">
                <a:extLst>
                  <a:ext uri="{FF2B5EF4-FFF2-40B4-BE49-F238E27FC236}">
                    <a16:creationId xmlns:a16="http://schemas.microsoft.com/office/drawing/2014/main" id="{80280F33-228F-AE06-933B-891F6D582461}"/>
                  </a:ext>
                </a:extLst>
              </p:cNvPr>
              <p:cNvSpPr/>
              <p:nvPr/>
            </p:nvSpPr>
            <p:spPr>
              <a:xfrm>
                <a:off x="5197022" y="2482641"/>
                <a:ext cx="121883" cy="177726"/>
              </a:xfrm>
              <a:custGeom>
                <a:avLst/>
                <a:gdLst>
                  <a:gd name="connsiteX0" fmla="*/ 41504 w 121883"/>
                  <a:gd name="connsiteY0" fmla="*/ 76526 h 177726"/>
                  <a:gd name="connsiteX1" fmla="*/ 43192 w 121883"/>
                  <a:gd name="connsiteY1" fmla="*/ 76526 h 177726"/>
                  <a:gd name="connsiteX2" fmla="*/ 81088 w 121883"/>
                  <a:gd name="connsiteY2" fmla="*/ 51893 h 177726"/>
                  <a:gd name="connsiteX3" fmla="*/ 121883 w 121883"/>
                  <a:gd name="connsiteY3" fmla="*/ 91709 h 177726"/>
                  <a:gd name="connsiteX4" fmla="*/ 121883 w 121883"/>
                  <a:gd name="connsiteY4" fmla="*/ 177726 h 177726"/>
                  <a:gd name="connsiteX5" fmla="*/ 80366 w 121883"/>
                  <a:gd name="connsiteY5" fmla="*/ 177726 h 177726"/>
                  <a:gd name="connsiteX6" fmla="*/ 80366 w 121883"/>
                  <a:gd name="connsiteY6" fmla="*/ 101173 h 177726"/>
                  <a:gd name="connsiteX7" fmla="*/ 63236 w 121883"/>
                  <a:gd name="connsiteY7" fmla="*/ 83158 h 177726"/>
                  <a:gd name="connsiteX8" fmla="*/ 41517 w 121883"/>
                  <a:gd name="connsiteY8" fmla="*/ 109234 h 177726"/>
                  <a:gd name="connsiteX9" fmla="*/ 41517 w 121883"/>
                  <a:gd name="connsiteY9" fmla="*/ 177726 h 177726"/>
                  <a:gd name="connsiteX10" fmla="*/ 0 w 121883"/>
                  <a:gd name="connsiteY10" fmla="*/ 177726 h 177726"/>
                  <a:gd name="connsiteX11" fmla="*/ 0 w 121883"/>
                  <a:gd name="connsiteY11" fmla="*/ 0 h 177726"/>
                  <a:gd name="connsiteX12" fmla="*/ 41517 w 121883"/>
                  <a:gd name="connsiteY12" fmla="*/ 0 h 177726"/>
                  <a:gd name="connsiteX13" fmla="*/ 41517 w 121883"/>
                  <a:gd name="connsiteY13" fmla="*/ 76526 h 177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883" h="177726">
                    <a:moveTo>
                      <a:pt x="41504" y="76526"/>
                    </a:moveTo>
                    <a:lnTo>
                      <a:pt x="43192" y="76526"/>
                    </a:lnTo>
                    <a:cubicBezTo>
                      <a:pt x="49225" y="56864"/>
                      <a:pt x="61548" y="51893"/>
                      <a:pt x="81088" y="51893"/>
                    </a:cubicBezTo>
                    <a:cubicBezTo>
                      <a:pt x="109084" y="51893"/>
                      <a:pt x="121883" y="64925"/>
                      <a:pt x="121883" y="91709"/>
                    </a:cubicBezTo>
                    <a:lnTo>
                      <a:pt x="121883" y="177726"/>
                    </a:lnTo>
                    <a:lnTo>
                      <a:pt x="80366" y="177726"/>
                    </a:lnTo>
                    <a:lnTo>
                      <a:pt x="80366" y="101173"/>
                    </a:lnTo>
                    <a:cubicBezTo>
                      <a:pt x="80134" y="89095"/>
                      <a:pt x="76744" y="83158"/>
                      <a:pt x="63236" y="83158"/>
                    </a:cubicBezTo>
                    <a:cubicBezTo>
                      <a:pt x="44663" y="83158"/>
                      <a:pt x="41517" y="94065"/>
                      <a:pt x="41517" y="109234"/>
                    </a:cubicBezTo>
                    <a:lnTo>
                      <a:pt x="41517" y="177726"/>
                    </a:lnTo>
                    <a:lnTo>
                      <a:pt x="0" y="177726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652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D32AA9C-6D81-F7CE-DFAF-0EF60EE8B699}"/>
                </a:ext>
              </a:extLst>
            </p:cNvPr>
            <p:cNvGrpSpPr/>
            <p:nvPr/>
          </p:nvGrpSpPr>
          <p:grpSpPr>
            <a:xfrm>
              <a:off x="3824442" y="2481552"/>
              <a:ext cx="179889" cy="179891"/>
              <a:chOff x="3824442" y="2481552"/>
              <a:chExt cx="179889" cy="179891"/>
            </a:xfrm>
          </p:grpSpPr>
          <p:sp>
            <p:nvSpPr>
              <p:cNvPr id="17" name="Freeform: Shape 7">
                <a:extLst>
                  <a:ext uri="{FF2B5EF4-FFF2-40B4-BE49-F238E27FC236}">
                    <a16:creationId xmlns:a16="http://schemas.microsoft.com/office/drawing/2014/main" id="{023CBB27-B111-F69D-AC07-545F41582529}"/>
                  </a:ext>
                </a:extLst>
              </p:cNvPr>
              <p:cNvSpPr/>
              <p:nvPr/>
            </p:nvSpPr>
            <p:spPr>
              <a:xfrm>
                <a:off x="382444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0">
                <a:extLst>
                  <a:ext uri="{FF2B5EF4-FFF2-40B4-BE49-F238E27FC236}">
                    <a16:creationId xmlns:a16="http://schemas.microsoft.com/office/drawing/2014/main" id="{8AA6D7C5-11E7-E62A-96B8-2E68F64B1A8C}"/>
                  </a:ext>
                </a:extLst>
              </p:cNvPr>
              <p:cNvSpPr/>
              <p:nvPr/>
            </p:nvSpPr>
            <p:spPr>
              <a:xfrm>
                <a:off x="3887569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1">
                <a:extLst>
                  <a:ext uri="{FF2B5EF4-FFF2-40B4-BE49-F238E27FC236}">
                    <a16:creationId xmlns:a16="http://schemas.microsoft.com/office/drawing/2014/main" id="{3A807C31-6494-393F-8696-CAAA5B89697F}"/>
                  </a:ext>
                </a:extLst>
              </p:cNvPr>
              <p:cNvSpPr/>
              <p:nvPr/>
            </p:nvSpPr>
            <p:spPr>
              <a:xfrm>
                <a:off x="395068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3">
                <a:extLst>
                  <a:ext uri="{FF2B5EF4-FFF2-40B4-BE49-F238E27FC236}">
                    <a16:creationId xmlns:a16="http://schemas.microsoft.com/office/drawing/2014/main" id="{04CBDC70-7F8A-9C94-19C6-15EE870C8279}"/>
                  </a:ext>
                </a:extLst>
              </p:cNvPr>
              <p:cNvSpPr/>
              <p:nvPr/>
            </p:nvSpPr>
            <p:spPr>
              <a:xfrm>
                <a:off x="382444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" name="Freeform: Shape 14">
                <a:extLst>
                  <a:ext uri="{FF2B5EF4-FFF2-40B4-BE49-F238E27FC236}">
                    <a16:creationId xmlns:a16="http://schemas.microsoft.com/office/drawing/2014/main" id="{66E40D31-2B42-C2A2-C344-78CBC7388D66}"/>
                  </a:ext>
                </a:extLst>
              </p:cNvPr>
              <p:cNvSpPr/>
              <p:nvPr/>
            </p:nvSpPr>
            <p:spPr>
              <a:xfrm>
                <a:off x="3887569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15">
                <a:extLst>
                  <a:ext uri="{FF2B5EF4-FFF2-40B4-BE49-F238E27FC236}">
                    <a16:creationId xmlns:a16="http://schemas.microsoft.com/office/drawing/2014/main" id="{FEE8F4E2-D743-A3CB-8D3A-1A7D452B59A5}"/>
                  </a:ext>
                </a:extLst>
              </p:cNvPr>
              <p:cNvSpPr/>
              <p:nvPr/>
            </p:nvSpPr>
            <p:spPr>
              <a:xfrm>
                <a:off x="395068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16">
                <a:extLst>
                  <a:ext uri="{FF2B5EF4-FFF2-40B4-BE49-F238E27FC236}">
                    <a16:creationId xmlns:a16="http://schemas.microsoft.com/office/drawing/2014/main" id="{308F5462-6300-CAA2-C0CF-695E082FAF01}"/>
                  </a:ext>
                </a:extLst>
              </p:cNvPr>
              <p:cNvSpPr/>
              <p:nvPr/>
            </p:nvSpPr>
            <p:spPr>
              <a:xfrm>
                <a:off x="382444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17">
                <a:extLst>
                  <a:ext uri="{FF2B5EF4-FFF2-40B4-BE49-F238E27FC236}">
                    <a16:creationId xmlns:a16="http://schemas.microsoft.com/office/drawing/2014/main" id="{417E580F-644B-298A-EA65-3D9C69878142}"/>
                  </a:ext>
                </a:extLst>
              </p:cNvPr>
              <p:cNvSpPr/>
              <p:nvPr/>
            </p:nvSpPr>
            <p:spPr>
              <a:xfrm>
                <a:off x="3887569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" name="Freeform: Shape 18">
                <a:extLst>
                  <a:ext uri="{FF2B5EF4-FFF2-40B4-BE49-F238E27FC236}">
                    <a16:creationId xmlns:a16="http://schemas.microsoft.com/office/drawing/2014/main" id="{C0CAF436-08C0-A237-FC7C-82DBC4D241D6}"/>
                  </a:ext>
                </a:extLst>
              </p:cNvPr>
              <p:cNvSpPr/>
              <p:nvPr/>
            </p:nvSpPr>
            <p:spPr>
              <a:xfrm>
                <a:off x="395068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07BDF9C1-2E40-FE5A-1058-64B5A08C832A}"/>
              </a:ext>
            </a:extLst>
          </p:cNvPr>
          <p:cNvSpPr/>
          <p:nvPr userDrawn="1"/>
        </p:nvSpPr>
        <p:spPr>
          <a:xfrm>
            <a:off x="0" y="0"/>
            <a:ext cx="4490885" cy="5143500"/>
          </a:xfrm>
          <a:prstGeom prst="rect">
            <a:avLst/>
          </a:prstGeom>
          <a:solidFill>
            <a:srgbClr val="1E54F7">
              <a:alpha val="666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IN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84267E3C-E7F7-B789-D399-126054D84E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2707" y="301825"/>
            <a:ext cx="4025470" cy="4539850"/>
          </a:xfrm>
          <a:prstGeom prst="roundRect">
            <a:avLst>
              <a:gd name="adj" fmla="val 5750"/>
            </a:avLst>
          </a:prstGeom>
          <a:pattFill prst="ltUpDiag">
            <a:fgClr>
              <a:schemeClr val="tx1"/>
            </a:fgClr>
            <a:bgClr>
              <a:schemeClr val="tx1">
                <a:lumMod val="95000"/>
              </a:schemeClr>
            </a:bgClr>
          </a:pattFill>
        </p:spPr>
        <p:txBody>
          <a:bodyPr anchor="ctr"/>
          <a:lstStyle>
            <a:lvl1pPr>
              <a:defRPr lang="en-IN" sz="1000" dirty="0">
                <a:solidFill>
                  <a:schemeClr val="bg1"/>
                </a:solidFill>
              </a:defRPr>
            </a:lvl1pPr>
          </a:lstStyle>
          <a:p>
            <a:pPr lvl="0" algn="ctr"/>
            <a:endParaRPr lang="en-IN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1D256F99-0431-CF23-2108-DCB013C26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308506"/>
            <a:ext cx="4334560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96CE9918-9FDE-F3BB-9728-342B878A87D3}"/>
              </a:ext>
            </a:extLst>
          </p:cNvPr>
          <p:cNvSpPr txBox="1">
            <a:spLocks/>
          </p:cNvSpPr>
          <p:nvPr userDrawn="1"/>
        </p:nvSpPr>
        <p:spPr>
          <a:xfrm>
            <a:off x="8757480" y="4806255"/>
            <a:ext cx="14908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37A3306-72CE-48AC-9363-0EAE74D66663}" type="slidenum">
              <a:rPr lang="en-IN" sz="800" smtClean="0">
                <a:solidFill>
                  <a:schemeClr val="bg1"/>
                </a:solidFill>
              </a:rPr>
              <a:pPr algn="r"/>
              <a:t>‹#›</a:t>
            </a:fld>
            <a:endParaRPr lang="en-IN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824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_Title_0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A5BFE9-9F5E-D066-205A-CBE00D666F46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gradFill flip="none" rotWithShape="1">
            <a:gsLst>
              <a:gs pos="2000">
                <a:schemeClr val="accent1"/>
              </a:gs>
              <a:gs pos="100000">
                <a:schemeClr val="accent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B8B996B-9433-55A2-9E97-4B07DC52D6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8319" y="1657654"/>
            <a:ext cx="4119362" cy="91409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</a:t>
            </a:r>
            <a:br>
              <a:rPr lang="en-US"/>
            </a:br>
            <a:r>
              <a:rPr lang="en-US"/>
              <a:t>title style</a:t>
            </a:r>
            <a:endParaRPr lang="en-IN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D14A1AA-160F-EFC5-51F4-F55B4D16CC0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</p:spPr>
        <p:txBody>
          <a:bodyPr/>
          <a:lstStyle/>
          <a:p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8F02A8F-BD7F-0F3B-ADEE-021F8FFF16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11283" y="475910"/>
            <a:ext cx="2177206" cy="263723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479E3B9-FF59-03E6-AA5D-2EA9BEE85ACB}"/>
              </a:ext>
            </a:extLst>
          </p:cNvPr>
          <p:cNvSpPr txBox="1">
            <a:spLocks/>
          </p:cNvSpPr>
          <p:nvPr userDrawn="1"/>
        </p:nvSpPr>
        <p:spPr>
          <a:xfrm>
            <a:off x="8757480" y="4806255"/>
            <a:ext cx="14908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37A3306-72CE-48AC-9363-0EAE74D66663}" type="slidenum">
              <a:rPr lang="en-IN" sz="800" smtClean="0"/>
              <a:pPr algn="r"/>
              <a:t>‹#›</a:t>
            </a:fld>
            <a:endParaRPr lang="en-IN" sz="800"/>
          </a:p>
        </p:txBody>
      </p:sp>
    </p:spTree>
    <p:extLst>
      <p:ext uri="{BB962C8B-B14F-4D97-AF65-F5344CB8AC3E}">
        <p14:creationId xmlns:p14="http://schemas.microsoft.com/office/powerpoint/2010/main" val="148225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te_Title_1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6E034E-0B16-8099-D3A3-19CDB94360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97707" y="0"/>
            <a:ext cx="5346293" cy="5143500"/>
          </a:xfrm>
          <a:custGeom>
            <a:avLst/>
            <a:gdLst>
              <a:gd name="connsiteX0" fmla="*/ 4689 w 4576689"/>
              <a:gd name="connsiteY0" fmla="*/ 0 h 5143500"/>
              <a:gd name="connsiteX1" fmla="*/ 4576689 w 4576689"/>
              <a:gd name="connsiteY1" fmla="*/ 0 h 5143500"/>
              <a:gd name="connsiteX2" fmla="*/ 4576689 w 4576689"/>
              <a:gd name="connsiteY2" fmla="*/ 5143500 h 5143500"/>
              <a:gd name="connsiteX3" fmla="*/ 274321 w 4576689"/>
              <a:gd name="connsiteY3" fmla="*/ 5143500 h 5143500"/>
              <a:gd name="connsiteX4" fmla="*/ 1463041 w 4576689"/>
              <a:gd name="connsiteY4" fmla="*/ 2514600 h 5143500"/>
              <a:gd name="connsiteX5" fmla="*/ 0 w 4576689"/>
              <a:gd name="connsiteY5" fmla="*/ 937260 h 5143500"/>
              <a:gd name="connsiteX0" fmla="*/ 2 w 5346293"/>
              <a:gd name="connsiteY0" fmla="*/ 0 h 5143500"/>
              <a:gd name="connsiteX1" fmla="*/ 5346293 w 5346293"/>
              <a:gd name="connsiteY1" fmla="*/ 0 h 5143500"/>
              <a:gd name="connsiteX2" fmla="*/ 5346293 w 5346293"/>
              <a:gd name="connsiteY2" fmla="*/ 5143500 h 5143500"/>
              <a:gd name="connsiteX3" fmla="*/ 1043925 w 5346293"/>
              <a:gd name="connsiteY3" fmla="*/ 5143500 h 5143500"/>
              <a:gd name="connsiteX4" fmla="*/ 2232645 w 5346293"/>
              <a:gd name="connsiteY4" fmla="*/ 2514600 h 5143500"/>
              <a:gd name="connsiteX5" fmla="*/ 769604 w 5346293"/>
              <a:gd name="connsiteY5" fmla="*/ 937260 h 5143500"/>
              <a:gd name="connsiteX6" fmla="*/ 2 w 5346293"/>
              <a:gd name="connsiteY6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46293" h="5143500">
                <a:moveTo>
                  <a:pt x="2" y="0"/>
                </a:moveTo>
                <a:lnTo>
                  <a:pt x="5346293" y="0"/>
                </a:lnTo>
                <a:lnTo>
                  <a:pt x="5346293" y="5143500"/>
                </a:lnTo>
                <a:lnTo>
                  <a:pt x="1043925" y="5143500"/>
                </a:lnTo>
                <a:lnTo>
                  <a:pt x="2232645" y="2514600"/>
                </a:lnTo>
                <a:cubicBezTo>
                  <a:pt x="1699245" y="1173480"/>
                  <a:pt x="1257284" y="1463040"/>
                  <a:pt x="769604" y="937260"/>
                </a:cubicBezTo>
                <a:cubicBezTo>
                  <a:pt x="771167" y="624840"/>
                  <a:pt x="-1561" y="312420"/>
                  <a:pt x="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pic>
        <p:nvPicPr>
          <p:cNvPr id="9" name="Picture 8" descr="A close up of a liquid&#10;&#10;Description automatically generated">
            <a:extLst>
              <a:ext uri="{FF2B5EF4-FFF2-40B4-BE49-F238E27FC236}">
                <a16:creationId xmlns:a16="http://schemas.microsoft.com/office/drawing/2014/main" id="{903AF4B5-E8F5-0B8D-D2BA-AEBFD8160E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>
            <a:off x="2447372" y="482609"/>
            <a:ext cx="5143500" cy="4178282"/>
          </a:xfrm>
          <a:custGeom>
            <a:avLst/>
            <a:gdLst>
              <a:gd name="connsiteX0" fmla="*/ 5143500 w 5143500"/>
              <a:gd name="connsiteY0" fmla="*/ 0 h 4178282"/>
              <a:gd name="connsiteX1" fmla="*/ 5143500 w 5143500"/>
              <a:gd name="connsiteY1" fmla="*/ 4178282 h 4178282"/>
              <a:gd name="connsiteX2" fmla="*/ 0 w 5143500"/>
              <a:gd name="connsiteY2" fmla="*/ 4178282 h 4178282"/>
              <a:gd name="connsiteX3" fmla="*/ 0 w 5143500"/>
              <a:gd name="connsiteY3" fmla="*/ 0 h 4178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3500" h="4178282">
                <a:moveTo>
                  <a:pt x="5143500" y="0"/>
                </a:moveTo>
                <a:lnTo>
                  <a:pt x="5143500" y="4178282"/>
                </a:lnTo>
                <a:lnTo>
                  <a:pt x="0" y="4178282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3" name="Title 4">
            <a:extLst>
              <a:ext uri="{FF2B5EF4-FFF2-40B4-BE49-F238E27FC236}">
                <a16:creationId xmlns:a16="http://schemas.microsoft.com/office/drawing/2014/main" id="{6F3B914C-A02C-1C4A-22A5-C2AEE07E9A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283" y="1685353"/>
            <a:ext cx="4232717" cy="88639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</a:t>
            </a:r>
            <a:br>
              <a:rPr lang="en-US"/>
            </a:br>
            <a:r>
              <a:rPr lang="en-US"/>
              <a:t>title style</a:t>
            </a:r>
            <a:endParaRPr lang="en-I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B17D8AF-1F01-3549-529C-5120CA31057C}"/>
              </a:ext>
            </a:extLst>
          </p:cNvPr>
          <p:cNvGrpSpPr/>
          <p:nvPr userDrawn="1"/>
        </p:nvGrpSpPr>
        <p:grpSpPr>
          <a:xfrm>
            <a:off x="339284" y="475910"/>
            <a:ext cx="2177206" cy="263085"/>
            <a:chOff x="3824442" y="2481198"/>
            <a:chExt cx="1494463" cy="18058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A4DCB9D-1E6D-7700-F820-0775CBA7FFE0}"/>
                </a:ext>
              </a:extLst>
            </p:cNvPr>
            <p:cNvGrpSpPr/>
            <p:nvPr/>
          </p:nvGrpSpPr>
          <p:grpSpPr>
            <a:xfrm>
              <a:off x="4083922" y="2481198"/>
              <a:ext cx="1234983" cy="180585"/>
              <a:chOff x="4083922" y="2481198"/>
              <a:chExt cx="1234983" cy="180585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22910581-0B6D-86F7-37BD-7136E8FA5BF0}"/>
                  </a:ext>
                </a:extLst>
              </p:cNvPr>
              <p:cNvSpPr/>
              <p:nvPr/>
            </p:nvSpPr>
            <p:spPr>
              <a:xfrm>
                <a:off x="4083922" y="2481198"/>
                <a:ext cx="159274" cy="180558"/>
              </a:xfrm>
              <a:custGeom>
                <a:avLst/>
                <a:gdLst>
                  <a:gd name="connsiteX0" fmla="*/ 159275 w 159274"/>
                  <a:gd name="connsiteY0" fmla="*/ 111848 h 180558"/>
                  <a:gd name="connsiteX1" fmla="*/ 159275 w 159274"/>
                  <a:gd name="connsiteY1" fmla="*/ 117063 h 180558"/>
                  <a:gd name="connsiteX2" fmla="*/ 142622 w 159274"/>
                  <a:gd name="connsiteY2" fmla="*/ 167541 h 180558"/>
                  <a:gd name="connsiteX3" fmla="*/ 85186 w 159274"/>
                  <a:gd name="connsiteY3" fmla="*/ 180558 h 180558"/>
                  <a:gd name="connsiteX4" fmla="*/ 0 w 159274"/>
                  <a:gd name="connsiteY4" fmla="*/ 113264 h 180558"/>
                  <a:gd name="connsiteX5" fmla="*/ 0 w 159274"/>
                  <a:gd name="connsiteY5" fmla="*/ 67294 h 180558"/>
                  <a:gd name="connsiteX6" fmla="*/ 85186 w 159274"/>
                  <a:gd name="connsiteY6" fmla="*/ 0 h 180558"/>
                  <a:gd name="connsiteX7" fmla="*/ 159043 w 159274"/>
                  <a:gd name="connsiteY7" fmla="*/ 58307 h 180558"/>
                  <a:gd name="connsiteX8" fmla="*/ 159043 w 159274"/>
                  <a:gd name="connsiteY8" fmla="*/ 65183 h 180558"/>
                  <a:gd name="connsiteX9" fmla="*/ 109315 w 159274"/>
                  <a:gd name="connsiteY9" fmla="*/ 65183 h 180558"/>
                  <a:gd name="connsiteX10" fmla="*/ 109315 w 159274"/>
                  <a:gd name="connsiteY10" fmla="*/ 58307 h 180558"/>
                  <a:gd name="connsiteX11" fmla="*/ 79876 w 159274"/>
                  <a:gd name="connsiteY11" fmla="*/ 41232 h 180558"/>
                  <a:gd name="connsiteX12" fmla="*/ 49701 w 159274"/>
                  <a:gd name="connsiteY12" fmla="*/ 74892 h 180558"/>
                  <a:gd name="connsiteX13" fmla="*/ 49701 w 159274"/>
                  <a:gd name="connsiteY13" fmla="*/ 102616 h 180558"/>
                  <a:gd name="connsiteX14" fmla="*/ 79876 w 159274"/>
                  <a:gd name="connsiteY14" fmla="*/ 139354 h 180558"/>
                  <a:gd name="connsiteX15" fmla="*/ 109560 w 159274"/>
                  <a:gd name="connsiteY15" fmla="*/ 117091 h 180558"/>
                  <a:gd name="connsiteX16" fmla="*/ 109560 w 159274"/>
                  <a:gd name="connsiteY16" fmla="*/ 111875 h 180558"/>
                  <a:gd name="connsiteX17" fmla="*/ 159275 w 159274"/>
                  <a:gd name="connsiteY17" fmla="*/ 111875 h 180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9274" h="180558">
                    <a:moveTo>
                      <a:pt x="159275" y="111848"/>
                    </a:moveTo>
                    <a:lnTo>
                      <a:pt x="159275" y="117063"/>
                    </a:lnTo>
                    <a:cubicBezTo>
                      <a:pt x="159275" y="136481"/>
                      <a:pt x="159030" y="154019"/>
                      <a:pt x="142622" y="167541"/>
                    </a:cubicBezTo>
                    <a:cubicBezTo>
                      <a:pt x="126200" y="180803"/>
                      <a:pt x="106183" y="180558"/>
                      <a:pt x="85186" y="180558"/>
                    </a:cubicBezTo>
                    <a:cubicBezTo>
                      <a:pt x="35948" y="180558"/>
                      <a:pt x="0" y="178189"/>
                      <a:pt x="0" y="113264"/>
                    </a:cubicBezTo>
                    <a:lnTo>
                      <a:pt x="0" y="67294"/>
                    </a:lnTo>
                    <a:cubicBezTo>
                      <a:pt x="-14" y="8538"/>
                      <a:pt x="32081" y="0"/>
                      <a:pt x="85186" y="0"/>
                    </a:cubicBezTo>
                    <a:cubicBezTo>
                      <a:pt x="134901" y="0"/>
                      <a:pt x="158077" y="4970"/>
                      <a:pt x="159043" y="58307"/>
                    </a:cubicBezTo>
                    <a:lnTo>
                      <a:pt x="159043" y="65183"/>
                    </a:lnTo>
                    <a:lnTo>
                      <a:pt x="109315" y="65183"/>
                    </a:lnTo>
                    <a:lnTo>
                      <a:pt x="109315" y="58307"/>
                    </a:lnTo>
                    <a:cubicBezTo>
                      <a:pt x="107640" y="42430"/>
                      <a:pt x="96284" y="41232"/>
                      <a:pt x="79876" y="41232"/>
                    </a:cubicBezTo>
                    <a:cubicBezTo>
                      <a:pt x="52356" y="41232"/>
                      <a:pt x="49701" y="49538"/>
                      <a:pt x="49701" y="74892"/>
                    </a:cubicBezTo>
                    <a:lnTo>
                      <a:pt x="49701" y="102616"/>
                    </a:lnTo>
                    <a:cubicBezTo>
                      <a:pt x="49701" y="129169"/>
                      <a:pt x="50913" y="139354"/>
                      <a:pt x="79876" y="139354"/>
                    </a:cubicBezTo>
                    <a:cubicBezTo>
                      <a:pt x="99906" y="139354"/>
                      <a:pt x="109560" y="137938"/>
                      <a:pt x="109560" y="117091"/>
                    </a:cubicBezTo>
                    <a:lnTo>
                      <a:pt x="109560" y="111875"/>
                    </a:lnTo>
                    <a:lnTo>
                      <a:pt x="159275" y="111875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FB6CC6E7-569D-BC47-DF95-44B31D3BBFF0}"/>
                  </a:ext>
                </a:extLst>
              </p:cNvPr>
              <p:cNvSpPr/>
              <p:nvPr/>
            </p:nvSpPr>
            <p:spPr>
              <a:xfrm>
                <a:off x="4261525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ACF06DB0-E528-1D49-45F9-D788C663C3C2}"/>
                  </a:ext>
                </a:extLst>
              </p:cNvPr>
              <p:cNvSpPr/>
              <p:nvPr/>
            </p:nvSpPr>
            <p:spPr>
              <a:xfrm>
                <a:off x="4316564" y="2509643"/>
                <a:ext cx="110540" cy="152126"/>
              </a:xfrm>
              <a:custGeom>
                <a:avLst/>
                <a:gdLst>
                  <a:gd name="connsiteX0" fmla="*/ 104985 w 110540"/>
                  <a:gd name="connsiteY0" fmla="*/ 56142 h 152126"/>
                  <a:gd name="connsiteX1" fmla="*/ 56959 w 110540"/>
                  <a:gd name="connsiteY1" fmla="*/ 56142 h 152126"/>
                  <a:gd name="connsiteX2" fmla="*/ 56959 w 110540"/>
                  <a:gd name="connsiteY2" fmla="*/ 111835 h 152126"/>
                  <a:gd name="connsiteX3" fmla="*/ 66382 w 110540"/>
                  <a:gd name="connsiteY3" fmla="*/ 122265 h 152126"/>
                  <a:gd name="connsiteX4" fmla="*/ 77234 w 110540"/>
                  <a:gd name="connsiteY4" fmla="*/ 106156 h 152126"/>
                  <a:gd name="connsiteX5" fmla="*/ 77479 w 110540"/>
                  <a:gd name="connsiteY5" fmla="*/ 99511 h 152126"/>
                  <a:gd name="connsiteX6" fmla="*/ 110541 w 110540"/>
                  <a:gd name="connsiteY6" fmla="*/ 99511 h 152126"/>
                  <a:gd name="connsiteX7" fmla="*/ 110541 w 110540"/>
                  <a:gd name="connsiteY7" fmla="*/ 110650 h 152126"/>
                  <a:gd name="connsiteX8" fmla="*/ 63958 w 110540"/>
                  <a:gd name="connsiteY8" fmla="*/ 152127 h 152126"/>
                  <a:gd name="connsiteX9" fmla="*/ 15455 w 110540"/>
                  <a:gd name="connsiteY9" fmla="*/ 117526 h 152126"/>
                  <a:gd name="connsiteX10" fmla="*/ 15455 w 110540"/>
                  <a:gd name="connsiteY10" fmla="*/ 56142 h 152126"/>
                  <a:gd name="connsiteX11" fmla="*/ 0 w 110540"/>
                  <a:gd name="connsiteY11" fmla="*/ 56142 h 152126"/>
                  <a:gd name="connsiteX12" fmla="*/ 0 w 110540"/>
                  <a:gd name="connsiteY12" fmla="*/ 26294 h 152126"/>
                  <a:gd name="connsiteX13" fmla="*/ 15455 w 110540"/>
                  <a:gd name="connsiteY13" fmla="*/ 26294 h 152126"/>
                  <a:gd name="connsiteX14" fmla="*/ 15455 w 110540"/>
                  <a:gd name="connsiteY14" fmla="*/ 0 h 152126"/>
                  <a:gd name="connsiteX15" fmla="*/ 56959 w 110540"/>
                  <a:gd name="connsiteY15" fmla="*/ 0 h 152126"/>
                  <a:gd name="connsiteX16" fmla="*/ 56959 w 110540"/>
                  <a:gd name="connsiteY16" fmla="*/ 26294 h 152126"/>
                  <a:gd name="connsiteX17" fmla="*/ 104985 w 110540"/>
                  <a:gd name="connsiteY17" fmla="*/ 26294 h 152126"/>
                  <a:gd name="connsiteX18" fmla="*/ 104985 w 110540"/>
                  <a:gd name="connsiteY18" fmla="*/ 56142 h 15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0540" h="152126">
                    <a:moveTo>
                      <a:pt x="104985" y="56142"/>
                    </a:moveTo>
                    <a:lnTo>
                      <a:pt x="56959" y="56142"/>
                    </a:lnTo>
                    <a:lnTo>
                      <a:pt x="56959" y="111835"/>
                    </a:lnTo>
                    <a:cubicBezTo>
                      <a:pt x="57204" y="119188"/>
                      <a:pt x="58674" y="122265"/>
                      <a:pt x="66382" y="122265"/>
                    </a:cubicBezTo>
                    <a:cubicBezTo>
                      <a:pt x="77234" y="122265"/>
                      <a:pt x="76758" y="114680"/>
                      <a:pt x="77234" y="106156"/>
                    </a:cubicBezTo>
                    <a:lnTo>
                      <a:pt x="77479" y="99511"/>
                    </a:lnTo>
                    <a:lnTo>
                      <a:pt x="110541" y="99511"/>
                    </a:lnTo>
                    <a:lnTo>
                      <a:pt x="110541" y="110650"/>
                    </a:lnTo>
                    <a:cubicBezTo>
                      <a:pt x="110541" y="144542"/>
                      <a:pt x="97741" y="152127"/>
                      <a:pt x="63958" y="152127"/>
                    </a:cubicBezTo>
                    <a:cubicBezTo>
                      <a:pt x="37419" y="152127"/>
                      <a:pt x="15455" y="148804"/>
                      <a:pt x="15455" y="117526"/>
                    </a:cubicBezTo>
                    <a:lnTo>
                      <a:pt x="15455" y="56142"/>
                    </a:lnTo>
                    <a:lnTo>
                      <a:pt x="0" y="56142"/>
                    </a:lnTo>
                    <a:lnTo>
                      <a:pt x="0" y="26294"/>
                    </a:lnTo>
                    <a:lnTo>
                      <a:pt x="15455" y="26294"/>
                    </a:lnTo>
                    <a:lnTo>
                      <a:pt x="15455" y="0"/>
                    </a:lnTo>
                    <a:lnTo>
                      <a:pt x="56959" y="0"/>
                    </a:lnTo>
                    <a:lnTo>
                      <a:pt x="56959" y="26294"/>
                    </a:lnTo>
                    <a:lnTo>
                      <a:pt x="104985" y="26294"/>
                    </a:lnTo>
                    <a:lnTo>
                      <a:pt x="104985" y="5614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9D1118B5-C83E-FEF0-E7D7-BFF99BBFD7D4}"/>
                  </a:ext>
                </a:extLst>
              </p:cNvPr>
              <p:cNvSpPr/>
              <p:nvPr/>
            </p:nvSpPr>
            <p:spPr>
              <a:xfrm>
                <a:off x="4440599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0D2BABDD-4CA9-60B0-B6E2-D24A45D9DA17}"/>
                  </a:ext>
                </a:extLst>
              </p:cNvPr>
              <p:cNvSpPr/>
              <p:nvPr/>
            </p:nvSpPr>
            <p:spPr>
              <a:xfrm>
                <a:off x="4504570" y="2535923"/>
                <a:ext cx="121651" cy="125846"/>
              </a:xfrm>
              <a:custGeom>
                <a:avLst/>
                <a:gdLst>
                  <a:gd name="connsiteX0" fmla="*/ 81333 w 121651"/>
                  <a:gd name="connsiteY0" fmla="*/ 124430 h 125846"/>
                  <a:gd name="connsiteX1" fmla="*/ 82790 w 121651"/>
                  <a:gd name="connsiteY1" fmla="*/ 100492 h 125846"/>
                  <a:gd name="connsiteX2" fmla="*/ 80856 w 121651"/>
                  <a:gd name="connsiteY2" fmla="*/ 100492 h 125846"/>
                  <a:gd name="connsiteX3" fmla="*/ 42961 w 121651"/>
                  <a:gd name="connsiteY3" fmla="*/ 125846 h 125846"/>
                  <a:gd name="connsiteX4" fmla="*/ 0 w 121651"/>
                  <a:gd name="connsiteY4" fmla="*/ 85091 h 125846"/>
                  <a:gd name="connsiteX5" fmla="*/ 0 w 121651"/>
                  <a:gd name="connsiteY5" fmla="*/ 0 h 125846"/>
                  <a:gd name="connsiteX6" fmla="*/ 41517 w 121651"/>
                  <a:gd name="connsiteY6" fmla="*/ 0 h 125846"/>
                  <a:gd name="connsiteX7" fmla="*/ 41517 w 121651"/>
                  <a:gd name="connsiteY7" fmla="*/ 74184 h 125846"/>
                  <a:gd name="connsiteX8" fmla="*/ 56727 w 121651"/>
                  <a:gd name="connsiteY8" fmla="*/ 94555 h 125846"/>
                  <a:gd name="connsiteX9" fmla="*/ 80134 w 121651"/>
                  <a:gd name="connsiteY9" fmla="*/ 76540 h 125846"/>
                  <a:gd name="connsiteX10" fmla="*/ 80134 w 121651"/>
                  <a:gd name="connsiteY10" fmla="*/ 0 h 125846"/>
                  <a:gd name="connsiteX11" fmla="*/ 121652 w 121651"/>
                  <a:gd name="connsiteY11" fmla="*/ 0 h 125846"/>
                  <a:gd name="connsiteX12" fmla="*/ 121652 w 121651"/>
                  <a:gd name="connsiteY12" fmla="*/ 124416 h 125846"/>
                  <a:gd name="connsiteX13" fmla="*/ 81346 w 121651"/>
                  <a:gd name="connsiteY13" fmla="*/ 124416 h 125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651" h="125846">
                    <a:moveTo>
                      <a:pt x="81333" y="124430"/>
                    </a:moveTo>
                    <a:lnTo>
                      <a:pt x="82790" y="100492"/>
                    </a:lnTo>
                    <a:lnTo>
                      <a:pt x="80856" y="100492"/>
                    </a:lnTo>
                    <a:cubicBezTo>
                      <a:pt x="75055" y="119691"/>
                      <a:pt x="60581" y="125846"/>
                      <a:pt x="42961" y="125846"/>
                    </a:cubicBezTo>
                    <a:cubicBezTo>
                      <a:pt x="17865" y="125846"/>
                      <a:pt x="0" y="115416"/>
                      <a:pt x="0" y="85091"/>
                    </a:cubicBez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4184"/>
                    </a:lnTo>
                    <a:cubicBezTo>
                      <a:pt x="41517" y="85554"/>
                      <a:pt x="42729" y="94555"/>
                      <a:pt x="56727" y="94555"/>
                    </a:cubicBezTo>
                    <a:cubicBezTo>
                      <a:pt x="67825" y="94555"/>
                      <a:pt x="80134" y="88863"/>
                      <a:pt x="80134" y="76540"/>
                    </a:cubicBezTo>
                    <a:lnTo>
                      <a:pt x="80134" y="0"/>
                    </a:lnTo>
                    <a:lnTo>
                      <a:pt x="121652" y="0"/>
                    </a:lnTo>
                    <a:lnTo>
                      <a:pt x="121652" y="124416"/>
                    </a:lnTo>
                    <a:lnTo>
                      <a:pt x="81346" y="12441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D526AC71-24C1-4478-75CD-007C6DCCAFE9}"/>
                  </a:ext>
                </a:extLst>
              </p:cNvPr>
              <p:cNvSpPr/>
              <p:nvPr/>
            </p:nvSpPr>
            <p:spPr>
              <a:xfrm>
                <a:off x="4648403" y="2534548"/>
                <a:ext cx="124048" cy="127235"/>
              </a:xfrm>
              <a:custGeom>
                <a:avLst/>
                <a:gdLst>
                  <a:gd name="connsiteX0" fmla="*/ 78909 w 124048"/>
                  <a:gd name="connsiteY0" fmla="*/ 36711 h 127235"/>
                  <a:gd name="connsiteX1" fmla="*/ 62024 w 124048"/>
                  <a:gd name="connsiteY1" fmla="*/ 26280 h 127235"/>
                  <a:gd name="connsiteX2" fmla="*/ 40292 w 124048"/>
                  <a:gd name="connsiteY2" fmla="*/ 36234 h 127235"/>
                  <a:gd name="connsiteX3" fmla="*/ 62024 w 124048"/>
                  <a:gd name="connsiteY3" fmla="*/ 47128 h 127235"/>
                  <a:gd name="connsiteX4" fmla="*/ 124048 w 124048"/>
                  <a:gd name="connsiteY4" fmla="*/ 85282 h 127235"/>
                  <a:gd name="connsiteX5" fmla="*/ 62024 w 124048"/>
                  <a:gd name="connsiteY5" fmla="*/ 127235 h 127235"/>
                  <a:gd name="connsiteX6" fmla="*/ 0 w 124048"/>
                  <a:gd name="connsiteY6" fmla="*/ 86943 h 127235"/>
                  <a:gd name="connsiteX7" fmla="*/ 41504 w 124048"/>
                  <a:gd name="connsiteY7" fmla="*/ 86943 h 127235"/>
                  <a:gd name="connsiteX8" fmla="*/ 62024 w 124048"/>
                  <a:gd name="connsiteY8" fmla="*/ 100927 h 127235"/>
                  <a:gd name="connsiteX9" fmla="*/ 83743 w 124048"/>
                  <a:gd name="connsiteY9" fmla="*/ 90034 h 127235"/>
                  <a:gd name="connsiteX10" fmla="*/ 62024 w 124048"/>
                  <a:gd name="connsiteY10" fmla="*/ 77725 h 127235"/>
                  <a:gd name="connsiteX11" fmla="*/ 0 w 124048"/>
                  <a:gd name="connsiteY11" fmla="*/ 40755 h 127235"/>
                  <a:gd name="connsiteX12" fmla="*/ 62024 w 124048"/>
                  <a:gd name="connsiteY12" fmla="*/ 0 h 127235"/>
                  <a:gd name="connsiteX13" fmla="*/ 118016 w 124048"/>
                  <a:gd name="connsiteY13" fmla="*/ 30801 h 127235"/>
                  <a:gd name="connsiteX14" fmla="*/ 118016 w 124048"/>
                  <a:gd name="connsiteY14" fmla="*/ 36724 h 127235"/>
                  <a:gd name="connsiteX15" fmla="*/ 78909 w 124048"/>
                  <a:gd name="connsiteY15" fmla="*/ 36724 h 127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4048" h="127235">
                    <a:moveTo>
                      <a:pt x="78909" y="36711"/>
                    </a:moveTo>
                    <a:cubicBezTo>
                      <a:pt x="77479" y="26280"/>
                      <a:pt x="68533" y="26280"/>
                      <a:pt x="62024" y="26280"/>
                    </a:cubicBezTo>
                    <a:cubicBezTo>
                      <a:pt x="40292" y="26280"/>
                      <a:pt x="40292" y="28895"/>
                      <a:pt x="40292" y="36234"/>
                    </a:cubicBezTo>
                    <a:cubicBezTo>
                      <a:pt x="40292" y="42389"/>
                      <a:pt x="40782" y="46665"/>
                      <a:pt x="62024" y="47128"/>
                    </a:cubicBezTo>
                    <a:cubicBezTo>
                      <a:pt x="104985" y="48081"/>
                      <a:pt x="124048" y="50450"/>
                      <a:pt x="124048" y="85282"/>
                    </a:cubicBezTo>
                    <a:cubicBezTo>
                      <a:pt x="124048" y="120114"/>
                      <a:pt x="95317" y="127235"/>
                      <a:pt x="62024" y="127235"/>
                    </a:cubicBezTo>
                    <a:cubicBezTo>
                      <a:pt x="28731" y="127235"/>
                      <a:pt x="0" y="127943"/>
                      <a:pt x="0" y="86943"/>
                    </a:cubicBezTo>
                    <a:lnTo>
                      <a:pt x="41504" y="86943"/>
                    </a:lnTo>
                    <a:cubicBezTo>
                      <a:pt x="41504" y="100927"/>
                      <a:pt x="51880" y="100927"/>
                      <a:pt x="62024" y="100927"/>
                    </a:cubicBezTo>
                    <a:cubicBezTo>
                      <a:pt x="80843" y="100927"/>
                      <a:pt x="83743" y="99756"/>
                      <a:pt x="83743" y="90034"/>
                    </a:cubicBezTo>
                    <a:cubicBezTo>
                      <a:pt x="83743" y="77725"/>
                      <a:pt x="76499" y="77725"/>
                      <a:pt x="62024" y="77725"/>
                    </a:cubicBezTo>
                    <a:cubicBezTo>
                      <a:pt x="9409" y="77725"/>
                      <a:pt x="0" y="66109"/>
                      <a:pt x="0" y="40755"/>
                    </a:cubicBezTo>
                    <a:cubicBezTo>
                      <a:pt x="0" y="708"/>
                      <a:pt x="26784" y="0"/>
                      <a:pt x="62024" y="0"/>
                    </a:cubicBezTo>
                    <a:cubicBezTo>
                      <a:pt x="85186" y="0"/>
                      <a:pt x="118016" y="231"/>
                      <a:pt x="118016" y="30801"/>
                    </a:cubicBezTo>
                    <a:lnTo>
                      <a:pt x="118016" y="36724"/>
                    </a:lnTo>
                    <a:lnTo>
                      <a:pt x="78909" y="36724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48161000-BFFA-5982-8766-7D95247AFBD8}"/>
                  </a:ext>
                </a:extLst>
              </p:cNvPr>
              <p:cNvSpPr/>
              <p:nvPr/>
            </p:nvSpPr>
            <p:spPr>
              <a:xfrm>
                <a:off x="4780418" y="2482641"/>
                <a:ext cx="143356" cy="177712"/>
              </a:xfrm>
              <a:custGeom>
                <a:avLst/>
                <a:gdLst>
                  <a:gd name="connsiteX0" fmla="*/ 94609 w 143356"/>
                  <a:gd name="connsiteY0" fmla="*/ 177712 h 177712"/>
                  <a:gd name="connsiteX1" fmla="*/ 46338 w 143356"/>
                  <a:gd name="connsiteY1" fmla="*/ 177712 h 177712"/>
                  <a:gd name="connsiteX2" fmla="*/ 46338 w 143356"/>
                  <a:gd name="connsiteY2" fmla="*/ 41218 h 177712"/>
                  <a:gd name="connsiteX3" fmla="*/ 0 w 143356"/>
                  <a:gd name="connsiteY3" fmla="*/ 41218 h 177712"/>
                  <a:gd name="connsiteX4" fmla="*/ 0 w 143356"/>
                  <a:gd name="connsiteY4" fmla="*/ 0 h 177712"/>
                  <a:gd name="connsiteX5" fmla="*/ 143357 w 143356"/>
                  <a:gd name="connsiteY5" fmla="*/ 0 h 177712"/>
                  <a:gd name="connsiteX6" fmla="*/ 143357 w 143356"/>
                  <a:gd name="connsiteY6" fmla="*/ 41218 h 177712"/>
                  <a:gd name="connsiteX7" fmla="*/ 94609 w 143356"/>
                  <a:gd name="connsiteY7" fmla="*/ 41218 h 177712"/>
                  <a:gd name="connsiteX8" fmla="*/ 94609 w 143356"/>
                  <a:gd name="connsiteY8" fmla="*/ 177712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3356" h="177712">
                    <a:moveTo>
                      <a:pt x="94609" y="177712"/>
                    </a:moveTo>
                    <a:lnTo>
                      <a:pt x="46338" y="177712"/>
                    </a:lnTo>
                    <a:lnTo>
                      <a:pt x="46338" y="41218"/>
                    </a:lnTo>
                    <a:lnTo>
                      <a:pt x="0" y="41218"/>
                    </a:lnTo>
                    <a:lnTo>
                      <a:pt x="0" y="0"/>
                    </a:lnTo>
                    <a:lnTo>
                      <a:pt x="143357" y="0"/>
                    </a:lnTo>
                    <a:lnTo>
                      <a:pt x="143357" y="41218"/>
                    </a:lnTo>
                    <a:lnTo>
                      <a:pt x="94609" y="41218"/>
                    </a:lnTo>
                    <a:lnTo>
                      <a:pt x="94609" y="17771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063BB975-FACA-E574-88E5-C675DD0585AC}"/>
                  </a:ext>
                </a:extLst>
              </p:cNvPr>
              <p:cNvSpPr/>
              <p:nvPr/>
            </p:nvSpPr>
            <p:spPr>
              <a:xfrm>
                <a:off x="4917525" y="2534521"/>
                <a:ext cx="123830" cy="127248"/>
              </a:xfrm>
              <a:custGeom>
                <a:avLst/>
                <a:gdLst>
                  <a:gd name="connsiteX0" fmla="*/ 82313 w 123830"/>
                  <a:gd name="connsiteY0" fmla="*/ 48108 h 127248"/>
                  <a:gd name="connsiteX1" fmla="*/ 61303 w 123830"/>
                  <a:gd name="connsiteY1" fmla="*/ 28432 h 127248"/>
                  <a:gd name="connsiteX2" fmla="*/ 41517 w 123830"/>
                  <a:gd name="connsiteY2" fmla="*/ 48108 h 127248"/>
                  <a:gd name="connsiteX3" fmla="*/ 82313 w 123830"/>
                  <a:gd name="connsiteY3" fmla="*/ 48108 h 127248"/>
                  <a:gd name="connsiteX4" fmla="*/ 123817 w 123830"/>
                  <a:gd name="connsiteY4" fmla="*/ 84369 h 127248"/>
                  <a:gd name="connsiteX5" fmla="*/ 106674 w 123830"/>
                  <a:gd name="connsiteY5" fmla="*/ 119909 h 127248"/>
                  <a:gd name="connsiteX6" fmla="*/ 62024 w 123830"/>
                  <a:gd name="connsiteY6" fmla="*/ 127249 h 127248"/>
                  <a:gd name="connsiteX7" fmla="*/ 0 w 123830"/>
                  <a:gd name="connsiteY7" fmla="*/ 63740 h 127248"/>
                  <a:gd name="connsiteX8" fmla="*/ 62024 w 123830"/>
                  <a:gd name="connsiteY8" fmla="*/ 0 h 127248"/>
                  <a:gd name="connsiteX9" fmla="*/ 123817 w 123830"/>
                  <a:gd name="connsiteY9" fmla="*/ 63740 h 127248"/>
                  <a:gd name="connsiteX10" fmla="*/ 123817 w 123830"/>
                  <a:gd name="connsiteY10" fmla="*/ 70617 h 127248"/>
                  <a:gd name="connsiteX11" fmla="*/ 41517 w 123830"/>
                  <a:gd name="connsiteY11" fmla="*/ 70617 h 127248"/>
                  <a:gd name="connsiteX12" fmla="*/ 62024 w 123830"/>
                  <a:gd name="connsiteY12" fmla="*/ 98803 h 127248"/>
                  <a:gd name="connsiteX13" fmla="*/ 83035 w 123830"/>
                  <a:gd name="connsiteY13" fmla="*/ 84356 h 127248"/>
                  <a:gd name="connsiteX14" fmla="*/ 123831 w 123830"/>
                  <a:gd name="connsiteY14" fmla="*/ 84356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3830" h="127248">
                    <a:moveTo>
                      <a:pt x="82313" y="48108"/>
                    </a:moveTo>
                    <a:cubicBezTo>
                      <a:pt x="82313" y="29616"/>
                      <a:pt x="75301" y="28432"/>
                      <a:pt x="61303" y="28432"/>
                    </a:cubicBezTo>
                    <a:cubicBezTo>
                      <a:pt x="46583" y="28432"/>
                      <a:pt x="41994" y="31754"/>
                      <a:pt x="41517" y="48108"/>
                    </a:cubicBezTo>
                    <a:lnTo>
                      <a:pt x="82313" y="48108"/>
                    </a:lnTo>
                    <a:close/>
                    <a:moveTo>
                      <a:pt x="123817" y="84369"/>
                    </a:moveTo>
                    <a:cubicBezTo>
                      <a:pt x="123817" y="103093"/>
                      <a:pt x="117540" y="113754"/>
                      <a:pt x="106674" y="119909"/>
                    </a:cubicBezTo>
                    <a:cubicBezTo>
                      <a:pt x="95807" y="125833"/>
                      <a:pt x="80366" y="127249"/>
                      <a:pt x="62024" y="127249"/>
                    </a:cubicBezTo>
                    <a:cubicBezTo>
                      <a:pt x="12064" y="127249"/>
                      <a:pt x="0" y="110187"/>
                      <a:pt x="0" y="63740"/>
                    </a:cubicBezTo>
                    <a:cubicBezTo>
                      <a:pt x="0" y="17293"/>
                      <a:pt x="11098" y="0"/>
                      <a:pt x="62024" y="0"/>
                    </a:cubicBezTo>
                    <a:cubicBezTo>
                      <a:pt x="109574" y="0"/>
                      <a:pt x="123817" y="13031"/>
                      <a:pt x="123817" y="63740"/>
                    </a:cubicBezTo>
                    <a:lnTo>
                      <a:pt x="123817" y="70617"/>
                    </a:lnTo>
                    <a:lnTo>
                      <a:pt x="41517" y="70617"/>
                    </a:lnTo>
                    <a:cubicBezTo>
                      <a:pt x="41517" y="92403"/>
                      <a:pt x="44894" y="98803"/>
                      <a:pt x="62024" y="98803"/>
                    </a:cubicBezTo>
                    <a:cubicBezTo>
                      <a:pt x="74824" y="98803"/>
                      <a:pt x="83035" y="97387"/>
                      <a:pt x="83035" y="84356"/>
                    </a:cubicBezTo>
                    <a:lnTo>
                      <a:pt x="123831" y="8435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3582196F-F630-9407-04C0-FC5C1FF5E796}"/>
                  </a:ext>
                </a:extLst>
              </p:cNvPr>
              <p:cNvSpPr/>
              <p:nvPr/>
            </p:nvSpPr>
            <p:spPr>
              <a:xfrm>
                <a:off x="5056306" y="2534521"/>
                <a:ext cx="121883" cy="127248"/>
              </a:xfrm>
              <a:custGeom>
                <a:avLst/>
                <a:gdLst>
                  <a:gd name="connsiteX0" fmla="*/ 121883 w 121883"/>
                  <a:gd name="connsiteY0" fmla="*/ 76077 h 127248"/>
                  <a:gd name="connsiteX1" fmla="*/ 107885 w 121883"/>
                  <a:gd name="connsiteY1" fmla="*/ 118956 h 127248"/>
                  <a:gd name="connsiteX2" fmla="*/ 60581 w 121883"/>
                  <a:gd name="connsiteY2" fmla="*/ 127249 h 127248"/>
                  <a:gd name="connsiteX3" fmla="*/ 0 w 121883"/>
                  <a:gd name="connsiteY3" fmla="*/ 63740 h 127248"/>
                  <a:gd name="connsiteX4" fmla="*/ 60581 w 121883"/>
                  <a:gd name="connsiteY4" fmla="*/ 0 h 127248"/>
                  <a:gd name="connsiteX5" fmla="*/ 121883 w 121883"/>
                  <a:gd name="connsiteY5" fmla="*/ 48094 h 127248"/>
                  <a:gd name="connsiteX6" fmla="*/ 80352 w 121883"/>
                  <a:gd name="connsiteY6" fmla="*/ 48094 h 127248"/>
                  <a:gd name="connsiteX7" fmla="*/ 76975 w 121883"/>
                  <a:gd name="connsiteY7" fmla="*/ 34818 h 127248"/>
                  <a:gd name="connsiteX8" fmla="*/ 60567 w 121883"/>
                  <a:gd name="connsiteY8" fmla="*/ 31250 h 127248"/>
                  <a:gd name="connsiteX9" fmla="*/ 41504 w 121883"/>
                  <a:gd name="connsiteY9" fmla="*/ 63726 h 127248"/>
                  <a:gd name="connsiteX10" fmla="*/ 60567 w 121883"/>
                  <a:gd name="connsiteY10" fmla="*/ 95957 h 127248"/>
                  <a:gd name="connsiteX11" fmla="*/ 80352 w 121883"/>
                  <a:gd name="connsiteY11" fmla="*/ 76050 h 127248"/>
                  <a:gd name="connsiteX12" fmla="*/ 121883 w 121883"/>
                  <a:gd name="connsiteY12" fmla="*/ 76050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1883" h="127248">
                    <a:moveTo>
                      <a:pt x="121883" y="76077"/>
                    </a:moveTo>
                    <a:cubicBezTo>
                      <a:pt x="121883" y="99293"/>
                      <a:pt x="117785" y="112093"/>
                      <a:pt x="107885" y="118956"/>
                    </a:cubicBezTo>
                    <a:cubicBezTo>
                      <a:pt x="98231" y="126064"/>
                      <a:pt x="83021" y="127249"/>
                      <a:pt x="60581" y="127249"/>
                    </a:cubicBezTo>
                    <a:cubicBezTo>
                      <a:pt x="11588" y="127249"/>
                      <a:pt x="0" y="112788"/>
                      <a:pt x="0" y="63740"/>
                    </a:cubicBezTo>
                    <a:cubicBezTo>
                      <a:pt x="0" y="21555"/>
                      <a:pt x="8701" y="0"/>
                      <a:pt x="60581" y="0"/>
                    </a:cubicBezTo>
                    <a:cubicBezTo>
                      <a:pt x="97019" y="0"/>
                      <a:pt x="121883" y="3785"/>
                      <a:pt x="121883" y="48094"/>
                    </a:cubicBezTo>
                    <a:lnTo>
                      <a:pt x="80352" y="48094"/>
                    </a:lnTo>
                    <a:cubicBezTo>
                      <a:pt x="80597" y="41463"/>
                      <a:pt x="79889" y="37432"/>
                      <a:pt x="76975" y="34818"/>
                    </a:cubicBezTo>
                    <a:cubicBezTo>
                      <a:pt x="74075" y="32217"/>
                      <a:pt x="69255" y="31250"/>
                      <a:pt x="60567" y="31250"/>
                    </a:cubicBezTo>
                    <a:cubicBezTo>
                      <a:pt x="45848" y="31250"/>
                      <a:pt x="41504" y="35295"/>
                      <a:pt x="41504" y="63726"/>
                    </a:cubicBezTo>
                    <a:cubicBezTo>
                      <a:pt x="41504" y="92158"/>
                      <a:pt x="44881" y="95957"/>
                      <a:pt x="60567" y="95957"/>
                    </a:cubicBezTo>
                    <a:cubicBezTo>
                      <a:pt x="79386" y="95957"/>
                      <a:pt x="80352" y="91450"/>
                      <a:pt x="80352" y="76050"/>
                    </a:cubicBezTo>
                    <a:lnTo>
                      <a:pt x="121883" y="760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9BFD1EF2-2D23-8A1E-9737-8AAFFE56B9A8}"/>
                  </a:ext>
                </a:extLst>
              </p:cNvPr>
              <p:cNvSpPr/>
              <p:nvPr/>
            </p:nvSpPr>
            <p:spPr>
              <a:xfrm>
                <a:off x="5197022" y="2482641"/>
                <a:ext cx="121883" cy="177726"/>
              </a:xfrm>
              <a:custGeom>
                <a:avLst/>
                <a:gdLst>
                  <a:gd name="connsiteX0" fmla="*/ 41504 w 121883"/>
                  <a:gd name="connsiteY0" fmla="*/ 76526 h 177726"/>
                  <a:gd name="connsiteX1" fmla="*/ 43192 w 121883"/>
                  <a:gd name="connsiteY1" fmla="*/ 76526 h 177726"/>
                  <a:gd name="connsiteX2" fmla="*/ 81088 w 121883"/>
                  <a:gd name="connsiteY2" fmla="*/ 51893 h 177726"/>
                  <a:gd name="connsiteX3" fmla="*/ 121883 w 121883"/>
                  <a:gd name="connsiteY3" fmla="*/ 91709 h 177726"/>
                  <a:gd name="connsiteX4" fmla="*/ 121883 w 121883"/>
                  <a:gd name="connsiteY4" fmla="*/ 177726 h 177726"/>
                  <a:gd name="connsiteX5" fmla="*/ 80366 w 121883"/>
                  <a:gd name="connsiteY5" fmla="*/ 177726 h 177726"/>
                  <a:gd name="connsiteX6" fmla="*/ 80366 w 121883"/>
                  <a:gd name="connsiteY6" fmla="*/ 101173 h 177726"/>
                  <a:gd name="connsiteX7" fmla="*/ 63236 w 121883"/>
                  <a:gd name="connsiteY7" fmla="*/ 83158 h 177726"/>
                  <a:gd name="connsiteX8" fmla="*/ 41517 w 121883"/>
                  <a:gd name="connsiteY8" fmla="*/ 109234 h 177726"/>
                  <a:gd name="connsiteX9" fmla="*/ 41517 w 121883"/>
                  <a:gd name="connsiteY9" fmla="*/ 177726 h 177726"/>
                  <a:gd name="connsiteX10" fmla="*/ 0 w 121883"/>
                  <a:gd name="connsiteY10" fmla="*/ 177726 h 177726"/>
                  <a:gd name="connsiteX11" fmla="*/ 0 w 121883"/>
                  <a:gd name="connsiteY11" fmla="*/ 0 h 177726"/>
                  <a:gd name="connsiteX12" fmla="*/ 41517 w 121883"/>
                  <a:gd name="connsiteY12" fmla="*/ 0 h 177726"/>
                  <a:gd name="connsiteX13" fmla="*/ 41517 w 121883"/>
                  <a:gd name="connsiteY13" fmla="*/ 76526 h 177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883" h="177726">
                    <a:moveTo>
                      <a:pt x="41504" y="76526"/>
                    </a:moveTo>
                    <a:lnTo>
                      <a:pt x="43192" y="76526"/>
                    </a:lnTo>
                    <a:cubicBezTo>
                      <a:pt x="49225" y="56864"/>
                      <a:pt x="61548" y="51893"/>
                      <a:pt x="81088" y="51893"/>
                    </a:cubicBezTo>
                    <a:cubicBezTo>
                      <a:pt x="109084" y="51893"/>
                      <a:pt x="121883" y="64925"/>
                      <a:pt x="121883" y="91709"/>
                    </a:cubicBezTo>
                    <a:lnTo>
                      <a:pt x="121883" y="177726"/>
                    </a:lnTo>
                    <a:lnTo>
                      <a:pt x="80366" y="177726"/>
                    </a:lnTo>
                    <a:lnTo>
                      <a:pt x="80366" y="101173"/>
                    </a:lnTo>
                    <a:cubicBezTo>
                      <a:pt x="80134" y="89095"/>
                      <a:pt x="76744" y="83158"/>
                      <a:pt x="63236" y="83158"/>
                    </a:cubicBezTo>
                    <a:cubicBezTo>
                      <a:pt x="44663" y="83158"/>
                      <a:pt x="41517" y="94065"/>
                      <a:pt x="41517" y="109234"/>
                    </a:cubicBezTo>
                    <a:lnTo>
                      <a:pt x="41517" y="177726"/>
                    </a:lnTo>
                    <a:lnTo>
                      <a:pt x="0" y="177726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652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BA569D8-5F3C-A44E-90FA-6A566B12EBC9}"/>
                </a:ext>
              </a:extLst>
            </p:cNvPr>
            <p:cNvGrpSpPr/>
            <p:nvPr/>
          </p:nvGrpSpPr>
          <p:grpSpPr>
            <a:xfrm>
              <a:off x="3824442" y="2481552"/>
              <a:ext cx="179889" cy="179891"/>
              <a:chOff x="3824442" y="2481552"/>
              <a:chExt cx="179889" cy="179891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0FA87995-A7A9-761A-E8A5-A76028322B48}"/>
                  </a:ext>
                </a:extLst>
              </p:cNvPr>
              <p:cNvSpPr/>
              <p:nvPr/>
            </p:nvSpPr>
            <p:spPr>
              <a:xfrm>
                <a:off x="382444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E342CCB-0011-885E-3C8C-E422206D9045}"/>
                  </a:ext>
                </a:extLst>
              </p:cNvPr>
              <p:cNvSpPr/>
              <p:nvPr/>
            </p:nvSpPr>
            <p:spPr>
              <a:xfrm>
                <a:off x="3887569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4810DF2-E10F-BF69-4B1B-E0C326DEBB29}"/>
                  </a:ext>
                </a:extLst>
              </p:cNvPr>
              <p:cNvSpPr/>
              <p:nvPr/>
            </p:nvSpPr>
            <p:spPr>
              <a:xfrm>
                <a:off x="395068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4841B588-A7D0-A7A7-FCDF-283FD1FCD10F}"/>
                  </a:ext>
                </a:extLst>
              </p:cNvPr>
              <p:cNvSpPr/>
              <p:nvPr/>
            </p:nvSpPr>
            <p:spPr>
              <a:xfrm>
                <a:off x="382444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A02F2C51-D485-956E-9143-78B082BB0991}"/>
                  </a:ext>
                </a:extLst>
              </p:cNvPr>
              <p:cNvSpPr/>
              <p:nvPr/>
            </p:nvSpPr>
            <p:spPr>
              <a:xfrm>
                <a:off x="3887569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0C01244C-E991-000B-0794-C1D8302CA961}"/>
                  </a:ext>
                </a:extLst>
              </p:cNvPr>
              <p:cNvSpPr/>
              <p:nvPr/>
            </p:nvSpPr>
            <p:spPr>
              <a:xfrm>
                <a:off x="395068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4DB9D4A9-4F42-CDCE-3BE3-995387FF5388}"/>
                  </a:ext>
                </a:extLst>
              </p:cNvPr>
              <p:cNvSpPr/>
              <p:nvPr/>
            </p:nvSpPr>
            <p:spPr>
              <a:xfrm>
                <a:off x="382444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C193CCC-831F-2F8E-4E44-D8E707B5229A}"/>
                  </a:ext>
                </a:extLst>
              </p:cNvPr>
              <p:cNvSpPr/>
              <p:nvPr/>
            </p:nvSpPr>
            <p:spPr>
              <a:xfrm>
                <a:off x="3887569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811A8ABA-4D9C-9C94-7580-5F1396888F83}"/>
                  </a:ext>
                </a:extLst>
              </p:cNvPr>
              <p:cNvSpPr/>
              <p:nvPr/>
            </p:nvSpPr>
            <p:spPr>
              <a:xfrm>
                <a:off x="395068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45F5CCD2-A0FA-62C9-78B9-17659FD75A34}"/>
              </a:ext>
            </a:extLst>
          </p:cNvPr>
          <p:cNvSpPr txBox="1">
            <a:spLocks/>
          </p:cNvSpPr>
          <p:nvPr userDrawn="1"/>
        </p:nvSpPr>
        <p:spPr>
          <a:xfrm>
            <a:off x="8757480" y="4806255"/>
            <a:ext cx="14908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37A3306-72CE-48AC-9363-0EAE74D66663}" type="slidenum">
              <a:rPr lang="en-IN" sz="800" smtClean="0">
                <a:solidFill>
                  <a:schemeClr val="bg1"/>
                </a:solidFill>
              </a:rPr>
              <a:pPr algn="r"/>
              <a:t>‹#›</a:t>
            </a:fld>
            <a:endParaRPr lang="en-IN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74482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2977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62" r:id="rId2"/>
    <p:sldLayoutId id="2147483770" r:id="rId3"/>
    <p:sldLayoutId id="2147483767" r:id="rId4"/>
    <p:sldLayoutId id="2147483665" r:id="rId5"/>
    <p:sldLayoutId id="2147483769" r:id="rId6"/>
    <p:sldLayoutId id="2147483716" r:id="rId7"/>
    <p:sldLayoutId id="2147483728" r:id="rId8"/>
    <p:sldLayoutId id="2147483778" r:id="rId9"/>
    <p:sldLayoutId id="2147483783" r:id="rId10"/>
    <p:sldLayoutId id="2147483782" r:id="rId11"/>
    <p:sldLayoutId id="2147483779" r:id="rId12"/>
    <p:sldLayoutId id="2147483781" r:id="rId13"/>
    <p:sldLayoutId id="2147483780" r:id="rId14"/>
    <p:sldLayoutId id="2147483771" r:id="rId15"/>
    <p:sldLayoutId id="2147483733" r:id="rId16"/>
    <p:sldLayoutId id="2147483738" r:id="rId17"/>
    <p:sldLayoutId id="2147483679" r:id="rId18"/>
    <p:sldLayoutId id="2147483681" r:id="rId19"/>
    <p:sldLayoutId id="2147483795" r:id="rId20"/>
    <p:sldLayoutId id="2147483784" r:id="rId21"/>
    <p:sldLayoutId id="2147483785" r:id="rId22"/>
    <p:sldLayoutId id="2147483786" r:id="rId23"/>
    <p:sldLayoutId id="2147483787" r:id="rId24"/>
    <p:sldLayoutId id="2147483788" r:id="rId25"/>
    <p:sldLayoutId id="2147483794" r:id="rId26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itiustech.com/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4131828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8">
            <a:extLst>
              <a:ext uri="{FF2B5EF4-FFF2-40B4-BE49-F238E27FC236}">
                <a16:creationId xmlns:a16="http://schemas.microsoft.com/office/drawing/2014/main" id="{1A887244-F7B6-6B88-1AC5-782DC4E0AE4B}"/>
              </a:ext>
            </a:extLst>
          </p:cNvPr>
          <p:cNvSpPr/>
          <p:nvPr/>
        </p:nvSpPr>
        <p:spPr>
          <a:xfrm>
            <a:off x="5869172" y="-10160"/>
            <a:ext cx="3282353" cy="5163820"/>
          </a:xfrm>
          <a:custGeom>
            <a:avLst/>
            <a:gdLst>
              <a:gd name="connsiteX0" fmla="*/ 0 w 4163819"/>
              <a:gd name="connsiteY0" fmla="*/ 0 h 7099395"/>
              <a:gd name="connsiteX1" fmla="*/ 4163819 w 4163819"/>
              <a:gd name="connsiteY1" fmla="*/ 0 h 7099395"/>
              <a:gd name="connsiteX2" fmla="*/ 4163819 w 4163819"/>
              <a:gd name="connsiteY2" fmla="*/ 7099395 h 7099395"/>
              <a:gd name="connsiteX3" fmla="*/ 0 w 4163819"/>
              <a:gd name="connsiteY3" fmla="*/ 7099395 h 7099395"/>
              <a:gd name="connsiteX4" fmla="*/ 0 w 4163819"/>
              <a:gd name="connsiteY4" fmla="*/ 0 h 7099395"/>
              <a:gd name="connsiteX0" fmla="*/ 42530 w 4206349"/>
              <a:gd name="connsiteY0" fmla="*/ 0 h 7099395"/>
              <a:gd name="connsiteX1" fmla="*/ 4206349 w 4206349"/>
              <a:gd name="connsiteY1" fmla="*/ 0 h 7099395"/>
              <a:gd name="connsiteX2" fmla="*/ 4206349 w 4206349"/>
              <a:gd name="connsiteY2" fmla="*/ 7099395 h 7099395"/>
              <a:gd name="connsiteX3" fmla="*/ 42530 w 4206349"/>
              <a:gd name="connsiteY3" fmla="*/ 7099395 h 7099395"/>
              <a:gd name="connsiteX4" fmla="*/ 0 w 4206349"/>
              <a:gd name="connsiteY4" fmla="*/ 1141425 h 7099395"/>
              <a:gd name="connsiteX5" fmla="*/ 42530 w 4206349"/>
              <a:gd name="connsiteY5" fmla="*/ 0 h 7099395"/>
              <a:gd name="connsiteX0" fmla="*/ 0 w 4163819"/>
              <a:gd name="connsiteY0" fmla="*/ 0 h 7099395"/>
              <a:gd name="connsiteX1" fmla="*/ 4163819 w 4163819"/>
              <a:gd name="connsiteY1" fmla="*/ 0 h 7099395"/>
              <a:gd name="connsiteX2" fmla="*/ 4163819 w 4163819"/>
              <a:gd name="connsiteY2" fmla="*/ 7099395 h 7099395"/>
              <a:gd name="connsiteX3" fmla="*/ 0 w 4163819"/>
              <a:gd name="connsiteY3" fmla="*/ 7099395 h 7099395"/>
              <a:gd name="connsiteX4" fmla="*/ 510363 w 4163819"/>
              <a:gd name="connsiteY4" fmla="*/ 1013835 h 7099395"/>
              <a:gd name="connsiteX5" fmla="*/ 0 w 4163819"/>
              <a:gd name="connsiteY5" fmla="*/ 0 h 7099395"/>
              <a:gd name="connsiteX0" fmla="*/ 0 w 4163819"/>
              <a:gd name="connsiteY0" fmla="*/ 0 h 7099395"/>
              <a:gd name="connsiteX1" fmla="*/ 4163819 w 4163819"/>
              <a:gd name="connsiteY1" fmla="*/ 0 h 7099395"/>
              <a:gd name="connsiteX2" fmla="*/ 4163819 w 4163819"/>
              <a:gd name="connsiteY2" fmla="*/ 7099395 h 7099395"/>
              <a:gd name="connsiteX3" fmla="*/ 0 w 4163819"/>
              <a:gd name="connsiteY3" fmla="*/ 7099395 h 7099395"/>
              <a:gd name="connsiteX4" fmla="*/ 361507 w 4163819"/>
              <a:gd name="connsiteY4" fmla="*/ 2459862 h 7099395"/>
              <a:gd name="connsiteX5" fmla="*/ 510363 w 4163819"/>
              <a:gd name="connsiteY5" fmla="*/ 1013835 h 7099395"/>
              <a:gd name="connsiteX6" fmla="*/ 0 w 4163819"/>
              <a:gd name="connsiteY6" fmla="*/ 0 h 7099395"/>
              <a:gd name="connsiteX0" fmla="*/ 212651 w 4376470"/>
              <a:gd name="connsiteY0" fmla="*/ 0 h 7099395"/>
              <a:gd name="connsiteX1" fmla="*/ 4376470 w 4376470"/>
              <a:gd name="connsiteY1" fmla="*/ 0 h 7099395"/>
              <a:gd name="connsiteX2" fmla="*/ 4376470 w 4376470"/>
              <a:gd name="connsiteY2" fmla="*/ 7099395 h 7099395"/>
              <a:gd name="connsiteX3" fmla="*/ 212651 w 4376470"/>
              <a:gd name="connsiteY3" fmla="*/ 7099395 h 7099395"/>
              <a:gd name="connsiteX4" fmla="*/ 0 w 4376470"/>
              <a:gd name="connsiteY4" fmla="*/ 2140885 h 7099395"/>
              <a:gd name="connsiteX5" fmla="*/ 723014 w 4376470"/>
              <a:gd name="connsiteY5" fmla="*/ 1013835 h 7099395"/>
              <a:gd name="connsiteX6" fmla="*/ 212651 w 4376470"/>
              <a:gd name="connsiteY6" fmla="*/ 0 h 7099395"/>
              <a:gd name="connsiteX0" fmla="*/ 212651 w 4376470"/>
              <a:gd name="connsiteY0" fmla="*/ 0 h 7099395"/>
              <a:gd name="connsiteX1" fmla="*/ 4376470 w 4376470"/>
              <a:gd name="connsiteY1" fmla="*/ 0 h 7099395"/>
              <a:gd name="connsiteX2" fmla="*/ 4376470 w 4376470"/>
              <a:gd name="connsiteY2" fmla="*/ 7099395 h 7099395"/>
              <a:gd name="connsiteX3" fmla="*/ 212651 w 4376470"/>
              <a:gd name="connsiteY3" fmla="*/ 7099395 h 7099395"/>
              <a:gd name="connsiteX4" fmla="*/ 0 w 4376470"/>
              <a:gd name="connsiteY4" fmla="*/ 2140885 h 7099395"/>
              <a:gd name="connsiteX5" fmla="*/ 978195 w 4376470"/>
              <a:gd name="connsiteY5" fmla="*/ 1035100 h 7099395"/>
              <a:gd name="connsiteX6" fmla="*/ 212651 w 4376470"/>
              <a:gd name="connsiteY6" fmla="*/ 0 h 7099395"/>
              <a:gd name="connsiteX0" fmla="*/ 212651 w 4376470"/>
              <a:gd name="connsiteY0" fmla="*/ 0 h 7099395"/>
              <a:gd name="connsiteX1" fmla="*/ 4376470 w 4376470"/>
              <a:gd name="connsiteY1" fmla="*/ 0 h 7099395"/>
              <a:gd name="connsiteX2" fmla="*/ 4376470 w 4376470"/>
              <a:gd name="connsiteY2" fmla="*/ 7099395 h 7099395"/>
              <a:gd name="connsiteX3" fmla="*/ 212651 w 4376470"/>
              <a:gd name="connsiteY3" fmla="*/ 7099395 h 7099395"/>
              <a:gd name="connsiteX4" fmla="*/ 63795 w 4376470"/>
              <a:gd name="connsiteY4" fmla="*/ 4054746 h 7099395"/>
              <a:gd name="connsiteX5" fmla="*/ 0 w 4376470"/>
              <a:gd name="connsiteY5" fmla="*/ 2140885 h 7099395"/>
              <a:gd name="connsiteX6" fmla="*/ 978195 w 4376470"/>
              <a:gd name="connsiteY6" fmla="*/ 1035100 h 7099395"/>
              <a:gd name="connsiteX7" fmla="*/ 212651 w 4376470"/>
              <a:gd name="connsiteY7" fmla="*/ 0 h 7099395"/>
              <a:gd name="connsiteX0" fmla="*/ 212651 w 4376470"/>
              <a:gd name="connsiteY0" fmla="*/ 0 h 7099395"/>
              <a:gd name="connsiteX1" fmla="*/ 4376470 w 4376470"/>
              <a:gd name="connsiteY1" fmla="*/ 0 h 7099395"/>
              <a:gd name="connsiteX2" fmla="*/ 4376470 w 4376470"/>
              <a:gd name="connsiteY2" fmla="*/ 7099395 h 7099395"/>
              <a:gd name="connsiteX3" fmla="*/ 212651 w 4376470"/>
              <a:gd name="connsiteY3" fmla="*/ 7099395 h 7099395"/>
              <a:gd name="connsiteX4" fmla="*/ 1233376 w 4376470"/>
              <a:gd name="connsiteY4" fmla="*/ 3608178 h 7099395"/>
              <a:gd name="connsiteX5" fmla="*/ 0 w 4376470"/>
              <a:gd name="connsiteY5" fmla="*/ 2140885 h 7099395"/>
              <a:gd name="connsiteX6" fmla="*/ 978195 w 4376470"/>
              <a:gd name="connsiteY6" fmla="*/ 1035100 h 7099395"/>
              <a:gd name="connsiteX7" fmla="*/ 212651 w 4376470"/>
              <a:gd name="connsiteY7" fmla="*/ 0 h 7099395"/>
              <a:gd name="connsiteX0" fmla="*/ 212651 w 4376470"/>
              <a:gd name="connsiteY0" fmla="*/ 0 h 7099395"/>
              <a:gd name="connsiteX1" fmla="*/ 4376470 w 4376470"/>
              <a:gd name="connsiteY1" fmla="*/ 0 h 7099395"/>
              <a:gd name="connsiteX2" fmla="*/ 4376470 w 4376470"/>
              <a:gd name="connsiteY2" fmla="*/ 7099395 h 7099395"/>
              <a:gd name="connsiteX3" fmla="*/ 212651 w 4376470"/>
              <a:gd name="connsiteY3" fmla="*/ 7099395 h 7099395"/>
              <a:gd name="connsiteX4" fmla="*/ 1233376 w 4376470"/>
              <a:gd name="connsiteY4" fmla="*/ 3608178 h 7099395"/>
              <a:gd name="connsiteX5" fmla="*/ 0 w 4376470"/>
              <a:gd name="connsiteY5" fmla="*/ 2140885 h 7099395"/>
              <a:gd name="connsiteX6" fmla="*/ 978195 w 4376470"/>
              <a:gd name="connsiteY6" fmla="*/ 1035100 h 7099395"/>
              <a:gd name="connsiteX7" fmla="*/ 212651 w 4376470"/>
              <a:gd name="connsiteY7" fmla="*/ 0 h 7099395"/>
              <a:gd name="connsiteX0" fmla="*/ 212651 w 4376470"/>
              <a:gd name="connsiteY0" fmla="*/ 0 h 7099395"/>
              <a:gd name="connsiteX1" fmla="*/ 4376470 w 4376470"/>
              <a:gd name="connsiteY1" fmla="*/ 0 h 7099395"/>
              <a:gd name="connsiteX2" fmla="*/ 4376470 w 4376470"/>
              <a:gd name="connsiteY2" fmla="*/ 7099395 h 7099395"/>
              <a:gd name="connsiteX3" fmla="*/ 212651 w 4376470"/>
              <a:gd name="connsiteY3" fmla="*/ 7099395 h 7099395"/>
              <a:gd name="connsiteX4" fmla="*/ 680484 w 4376470"/>
              <a:gd name="connsiteY4" fmla="*/ 5415713 h 7099395"/>
              <a:gd name="connsiteX5" fmla="*/ 1233376 w 4376470"/>
              <a:gd name="connsiteY5" fmla="*/ 3608178 h 7099395"/>
              <a:gd name="connsiteX6" fmla="*/ 0 w 4376470"/>
              <a:gd name="connsiteY6" fmla="*/ 2140885 h 7099395"/>
              <a:gd name="connsiteX7" fmla="*/ 978195 w 4376470"/>
              <a:gd name="connsiteY7" fmla="*/ 1035100 h 7099395"/>
              <a:gd name="connsiteX8" fmla="*/ 212651 w 4376470"/>
              <a:gd name="connsiteY8" fmla="*/ 0 h 7099395"/>
              <a:gd name="connsiteX0" fmla="*/ 212651 w 4376470"/>
              <a:gd name="connsiteY0" fmla="*/ 0 h 7099395"/>
              <a:gd name="connsiteX1" fmla="*/ 4376470 w 4376470"/>
              <a:gd name="connsiteY1" fmla="*/ 0 h 7099395"/>
              <a:gd name="connsiteX2" fmla="*/ 4376470 w 4376470"/>
              <a:gd name="connsiteY2" fmla="*/ 7099395 h 7099395"/>
              <a:gd name="connsiteX3" fmla="*/ 212651 w 4376470"/>
              <a:gd name="connsiteY3" fmla="*/ 7099395 h 7099395"/>
              <a:gd name="connsiteX4" fmla="*/ 1722474 w 4376470"/>
              <a:gd name="connsiteY4" fmla="*/ 5032941 h 7099395"/>
              <a:gd name="connsiteX5" fmla="*/ 1233376 w 4376470"/>
              <a:gd name="connsiteY5" fmla="*/ 3608178 h 7099395"/>
              <a:gd name="connsiteX6" fmla="*/ 0 w 4376470"/>
              <a:gd name="connsiteY6" fmla="*/ 2140885 h 7099395"/>
              <a:gd name="connsiteX7" fmla="*/ 978195 w 4376470"/>
              <a:gd name="connsiteY7" fmla="*/ 1035100 h 7099395"/>
              <a:gd name="connsiteX8" fmla="*/ 212651 w 4376470"/>
              <a:gd name="connsiteY8" fmla="*/ 0 h 7099395"/>
              <a:gd name="connsiteX0" fmla="*/ 212651 w 4376470"/>
              <a:gd name="connsiteY0" fmla="*/ 0 h 7099395"/>
              <a:gd name="connsiteX1" fmla="*/ 4376470 w 4376470"/>
              <a:gd name="connsiteY1" fmla="*/ 0 h 7099395"/>
              <a:gd name="connsiteX2" fmla="*/ 4376470 w 4376470"/>
              <a:gd name="connsiteY2" fmla="*/ 7099395 h 7099395"/>
              <a:gd name="connsiteX3" fmla="*/ 1892595 w 4376470"/>
              <a:gd name="connsiteY3" fmla="*/ 7035600 h 7099395"/>
              <a:gd name="connsiteX4" fmla="*/ 1722474 w 4376470"/>
              <a:gd name="connsiteY4" fmla="*/ 5032941 h 7099395"/>
              <a:gd name="connsiteX5" fmla="*/ 1233376 w 4376470"/>
              <a:gd name="connsiteY5" fmla="*/ 3608178 h 7099395"/>
              <a:gd name="connsiteX6" fmla="*/ 0 w 4376470"/>
              <a:gd name="connsiteY6" fmla="*/ 2140885 h 7099395"/>
              <a:gd name="connsiteX7" fmla="*/ 978195 w 4376470"/>
              <a:gd name="connsiteY7" fmla="*/ 1035100 h 7099395"/>
              <a:gd name="connsiteX8" fmla="*/ 212651 w 4376470"/>
              <a:gd name="connsiteY8" fmla="*/ 0 h 7099395"/>
              <a:gd name="connsiteX0" fmla="*/ 212651 w 4376470"/>
              <a:gd name="connsiteY0" fmla="*/ 0 h 7099395"/>
              <a:gd name="connsiteX1" fmla="*/ 4376470 w 4376470"/>
              <a:gd name="connsiteY1" fmla="*/ 0 h 7099395"/>
              <a:gd name="connsiteX2" fmla="*/ 4376470 w 4376470"/>
              <a:gd name="connsiteY2" fmla="*/ 7099395 h 7099395"/>
              <a:gd name="connsiteX3" fmla="*/ 1892595 w 4376470"/>
              <a:gd name="connsiteY3" fmla="*/ 7035600 h 7099395"/>
              <a:gd name="connsiteX4" fmla="*/ 1765004 w 4376470"/>
              <a:gd name="connsiteY4" fmla="*/ 5883546 h 7099395"/>
              <a:gd name="connsiteX5" fmla="*/ 1722474 w 4376470"/>
              <a:gd name="connsiteY5" fmla="*/ 5032941 h 7099395"/>
              <a:gd name="connsiteX6" fmla="*/ 1233376 w 4376470"/>
              <a:gd name="connsiteY6" fmla="*/ 3608178 h 7099395"/>
              <a:gd name="connsiteX7" fmla="*/ 0 w 4376470"/>
              <a:gd name="connsiteY7" fmla="*/ 2140885 h 7099395"/>
              <a:gd name="connsiteX8" fmla="*/ 978195 w 4376470"/>
              <a:gd name="connsiteY8" fmla="*/ 1035100 h 7099395"/>
              <a:gd name="connsiteX9" fmla="*/ 212651 w 4376470"/>
              <a:gd name="connsiteY9" fmla="*/ 0 h 7099395"/>
              <a:gd name="connsiteX0" fmla="*/ 212651 w 4376470"/>
              <a:gd name="connsiteY0" fmla="*/ 0 h 7099395"/>
              <a:gd name="connsiteX1" fmla="*/ 4376470 w 4376470"/>
              <a:gd name="connsiteY1" fmla="*/ 0 h 7099395"/>
              <a:gd name="connsiteX2" fmla="*/ 4376470 w 4376470"/>
              <a:gd name="connsiteY2" fmla="*/ 7099395 h 7099395"/>
              <a:gd name="connsiteX3" fmla="*/ 1892595 w 4376470"/>
              <a:gd name="connsiteY3" fmla="*/ 7035600 h 7099395"/>
              <a:gd name="connsiteX4" fmla="*/ 2700670 w 4376470"/>
              <a:gd name="connsiteY4" fmla="*/ 5798485 h 7099395"/>
              <a:gd name="connsiteX5" fmla="*/ 1722474 w 4376470"/>
              <a:gd name="connsiteY5" fmla="*/ 5032941 h 7099395"/>
              <a:gd name="connsiteX6" fmla="*/ 1233376 w 4376470"/>
              <a:gd name="connsiteY6" fmla="*/ 3608178 h 7099395"/>
              <a:gd name="connsiteX7" fmla="*/ 0 w 4376470"/>
              <a:gd name="connsiteY7" fmla="*/ 2140885 h 7099395"/>
              <a:gd name="connsiteX8" fmla="*/ 978195 w 4376470"/>
              <a:gd name="connsiteY8" fmla="*/ 1035100 h 7099395"/>
              <a:gd name="connsiteX9" fmla="*/ 212651 w 4376470"/>
              <a:gd name="connsiteY9" fmla="*/ 0 h 7099395"/>
              <a:gd name="connsiteX0" fmla="*/ 212651 w 4376470"/>
              <a:gd name="connsiteY0" fmla="*/ 0 h 7099395"/>
              <a:gd name="connsiteX1" fmla="*/ 4376470 w 4376470"/>
              <a:gd name="connsiteY1" fmla="*/ 0 h 7099395"/>
              <a:gd name="connsiteX2" fmla="*/ 4376470 w 4376470"/>
              <a:gd name="connsiteY2" fmla="*/ 7099395 h 7099395"/>
              <a:gd name="connsiteX3" fmla="*/ 1892595 w 4376470"/>
              <a:gd name="connsiteY3" fmla="*/ 7035600 h 7099395"/>
              <a:gd name="connsiteX4" fmla="*/ 2700670 w 4376470"/>
              <a:gd name="connsiteY4" fmla="*/ 5798485 h 7099395"/>
              <a:gd name="connsiteX5" fmla="*/ 1722474 w 4376470"/>
              <a:gd name="connsiteY5" fmla="*/ 5032941 h 7099395"/>
              <a:gd name="connsiteX6" fmla="*/ 1233376 w 4376470"/>
              <a:gd name="connsiteY6" fmla="*/ 3608178 h 7099395"/>
              <a:gd name="connsiteX7" fmla="*/ 0 w 4376470"/>
              <a:gd name="connsiteY7" fmla="*/ 2140885 h 7099395"/>
              <a:gd name="connsiteX8" fmla="*/ 978195 w 4376470"/>
              <a:gd name="connsiteY8" fmla="*/ 1035100 h 7099395"/>
              <a:gd name="connsiteX9" fmla="*/ 212651 w 4376470"/>
              <a:gd name="connsiteY9" fmla="*/ 0 h 7099395"/>
              <a:gd name="connsiteX0" fmla="*/ 212651 w 4376470"/>
              <a:gd name="connsiteY0" fmla="*/ 0 h 7099395"/>
              <a:gd name="connsiteX1" fmla="*/ 4376470 w 4376470"/>
              <a:gd name="connsiteY1" fmla="*/ 0 h 7099395"/>
              <a:gd name="connsiteX2" fmla="*/ 4376470 w 4376470"/>
              <a:gd name="connsiteY2" fmla="*/ 7099395 h 7099395"/>
              <a:gd name="connsiteX3" fmla="*/ 1892595 w 4376470"/>
              <a:gd name="connsiteY3" fmla="*/ 7035600 h 7099395"/>
              <a:gd name="connsiteX4" fmla="*/ 2700670 w 4376470"/>
              <a:gd name="connsiteY4" fmla="*/ 5798485 h 7099395"/>
              <a:gd name="connsiteX5" fmla="*/ 1743740 w 4376470"/>
              <a:gd name="connsiteY5" fmla="*/ 4777759 h 7099395"/>
              <a:gd name="connsiteX6" fmla="*/ 1233376 w 4376470"/>
              <a:gd name="connsiteY6" fmla="*/ 3608178 h 7099395"/>
              <a:gd name="connsiteX7" fmla="*/ 0 w 4376470"/>
              <a:gd name="connsiteY7" fmla="*/ 2140885 h 7099395"/>
              <a:gd name="connsiteX8" fmla="*/ 978195 w 4376470"/>
              <a:gd name="connsiteY8" fmla="*/ 1035100 h 7099395"/>
              <a:gd name="connsiteX9" fmla="*/ 212651 w 4376470"/>
              <a:gd name="connsiteY9" fmla="*/ 0 h 7099395"/>
              <a:gd name="connsiteX0" fmla="*/ 212651 w 4376470"/>
              <a:gd name="connsiteY0" fmla="*/ 0 h 7099395"/>
              <a:gd name="connsiteX1" fmla="*/ 4376470 w 4376470"/>
              <a:gd name="connsiteY1" fmla="*/ 0 h 7099395"/>
              <a:gd name="connsiteX2" fmla="*/ 4376470 w 4376470"/>
              <a:gd name="connsiteY2" fmla="*/ 7099395 h 7099395"/>
              <a:gd name="connsiteX3" fmla="*/ 2424042 w 4376470"/>
              <a:gd name="connsiteY3" fmla="*/ 6983498 h 7099395"/>
              <a:gd name="connsiteX4" fmla="*/ 2700670 w 4376470"/>
              <a:gd name="connsiteY4" fmla="*/ 5798485 h 7099395"/>
              <a:gd name="connsiteX5" fmla="*/ 1743740 w 4376470"/>
              <a:gd name="connsiteY5" fmla="*/ 4777759 h 7099395"/>
              <a:gd name="connsiteX6" fmla="*/ 1233376 w 4376470"/>
              <a:gd name="connsiteY6" fmla="*/ 3608178 h 7099395"/>
              <a:gd name="connsiteX7" fmla="*/ 0 w 4376470"/>
              <a:gd name="connsiteY7" fmla="*/ 2140885 h 7099395"/>
              <a:gd name="connsiteX8" fmla="*/ 978195 w 4376470"/>
              <a:gd name="connsiteY8" fmla="*/ 1035100 h 7099395"/>
              <a:gd name="connsiteX9" fmla="*/ 212651 w 4376470"/>
              <a:gd name="connsiteY9" fmla="*/ 0 h 7099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76470" h="7099395">
                <a:moveTo>
                  <a:pt x="212651" y="0"/>
                </a:moveTo>
                <a:lnTo>
                  <a:pt x="4376470" y="0"/>
                </a:lnTo>
                <a:lnTo>
                  <a:pt x="4376470" y="7099395"/>
                </a:lnTo>
                <a:lnTo>
                  <a:pt x="2424042" y="6983498"/>
                </a:lnTo>
                <a:cubicBezTo>
                  <a:pt x="2693400" y="6571126"/>
                  <a:pt x="2431312" y="6210857"/>
                  <a:pt x="2700670" y="5798485"/>
                </a:cubicBezTo>
                <a:cubicBezTo>
                  <a:pt x="2289544" y="4713964"/>
                  <a:pt x="2069805" y="5032940"/>
                  <a:pt x="1743740" y="4777759"/>
                </a:cubicBezTo>
                <a:lnTo>
                  <a:pt x="1233376" y="3608178"/>
                </a:lnTo>
                <a:cubicBezTo>
                  <a:pt x="-219739" y="2948959"/>
                  <a:pt x="411125" y="2629983"/>
                  <a:pt x="0" y="2140885"/>
                </a:cubicBezTo>
                <a:lnTo>
                  <a:pt x="978195" y="1035100"/>
                </a:lnTo>
                <a:lnTo>
                  <a:pt x="212651" y="0"/>
                </a:lnTo>
                <a:close/>
              </a:path>
            </a:pathLst>
          </a:custGeo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b="50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B6F169-E089-302A-AC91-6EC727202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725" y="2073444"/>
            <a:ext cx="4151313" cy="249812"/>
          </a:xfrm>
        </p:spPr>
        <p:txBody>
          <a:bodyPr/>
          <a:lstStyle/>
          <a:p>
            <a:r>
              <a:rPr lang="en-US" sz="1800" kern="1200" cap="all" baseline="0" dirty="0">
                <a:solidFill>
                  <a:srgbClr val="FFFFFF"/>
                </a:solidFill>
                <a:effectLst/>
                <a:latin typeface="Tw Cen MT" panose="020B0602020104020603" pitchFamily="34" charset="0"/>
                <a:ea typeface="+mj-ea"/>
                <a:cs typeface="+mj-cs"/>
              </a:rPr>
              <a:t>PROJECT TITLE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87AC4A5-A8B3-8EC5-AA88-614820093C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9918" y="2435818"/>
            <a:ext cx="4151313" cy="138499"/>
          </a:xfrm>
        </p:spPr>
        <p:txBody>
          <a:bodyPr/>
          <a:lstStyle/>
          <a:p>
            <a:r>
              <a:rPr lang="en-IN" sz="1000" kern="1200" cap="all" baseline="0" dirty="0">
                <a:solidFill>
                  <a:srgbClr val="FFFFFF"/>
                </a:solidFill>
                <a:effectLst/>
                <a:latin typeface="Tw Cen MT" panose="020B0602020104020603" pitchFamily="34" charset="0"/>
                <a:ea typeface="+mn-ea"/>
                <a:cs typeface="+mn-cs"/>
              </a:rPr>
              <a:t>PROJECT SUBTITLE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DED5769-3BB1-614E-86F2-8B2E6BF66A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9725" y="4353631"/>
            <a:ext cx="4151313" cy="110800"/>
          </a:xfrm>
        </p:spPr>
        <p:txBody>
          <a:bodyPr/>
          <a:lstStyle/>
          <a:p>
            <a:r>
              <a:rPr lang="en-US" dirty="0"/>
              <a:t>May, 2025	|    </a:t>
            </a:r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www.citiustech.com</a:t>
            </a:r>
            <a:endParaRPr lang="en-US" dirty="0"/>
          </a:p>
        </p:txBody>
      </p:sp>
      <p:pic>
        <p:nvPicPr>
          <p:cNvPr id="3" name="Picture 2" descr="A blue and purple wavy object&#10;&#10;Description automatically generated">
            <a:extLst>
              <a:ext uri="{FF2B5EF4-FFF2-40B4-BE49-F238E27FC236}">
                <a16:creationId xmlns:a16="http://schemas.microsoft.com/office/drawing/2014/main" id="{8708C786-99A6-086C-819F-81E9A908D02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4432557">
            <a:off x="3347681" y="446014"/>
            <a:ext cx="6778288" cy="4366362"/>
          </a:xfrm>
          <a:custGeom>
            <a:avLst/>
            <a:gdLst>
              <a:gd name="connsiteX0" fmla="*/ 1262271 w 6778288"/>
              <a:gd name="connsiteY0" fmla="*/ 0 h 4366362"/>
              <a:gd name="connsiteX1" fmla="*/ 6778288 w 6778288"/>
              <a:gd name="connsiteY1" fmla="*/ 0 h 4366362"/>
              <a:gd name="connsiteX2" fmla="*/ 6778288 w 6778288"/>
              <a:gd name="connsiteY2" fmla="*/ 848057 h 4366362"/>
              <a:gd name="connsiteX3" fmla="*/ 6422140 w 6778288"/>
              <a:gd name="connsiteY3" fmla="*/ 745098 h 4366362"/>
              <a:gd name="connsiteX4" fmla="*/ 5715387 w 6778288"/>
              <a:gd name="connsiteY4" fmla="*/ 3189851 h 4366362"/>
              <a:gd name="connsiteX5" fmla="*/ 6778288 w 6778288"/>
              <a:gd name="connsiteY5" fmla="*/ 3497125 h 4366362"/>
              <a:gd name="connsiteX6" fmla="*/ 6778288 w 6778288"/>
              <a:gd name="connsiteY6" fmla="*/ 4366362 h 4366362"/>
              <a:gd name="connsiteX7" fmla="*/ 0 w 6778288"/>
              <a:gd name="connsiteY7" fmla="*/ 4366362 h 4366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778288" h="4366362">
                <a:moveTo>
                  <a:pt x="1262271" y="0"/>
                </a:moveTo>
                <a:lnTo>
                  <a:pt x="6778288" y="0"/>
                </a:lnTo>
                <a:lnTo>
                  <a:pt x="6778288" y="848057"/>
                </a:lnTo>
                <a:lnTo>
                  <a:pt x="6422140" y="745098"/>
                </a:lnTo>
                <a:lnTo>
                  <a:pt x="5715387" y="3189851"/>
                </a:lnTo>
                <a:lnTo>
                  <a:pt x="6778288" y="3497125"/>
                </a:lnTo>
                <a:lnTo>
                  <a:pt x="6778288" y="4366362"/>
                </a:lnTo>
                <a:lnTo>
                  <a:pt x="0" y="4366362"/>
                </a:lnTo>
                <a:close/>
              </a:path>
            </a:pathLst>
          </a:cu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7847268-32B9-07A7-59E4-C9E57F1F40AD}"/>
              </a:ext>
            </a:extLst>
          </p:cNvPr>
          <p:cNvSpPr txBox="1">
            <a:spLocks/>
          </p:cNvSpPr>
          <p:nvPr/>
        </p:nvSpPr>
        <p:spPr>
          <a:xfrm>
            <a:off x="8757480" y="4806255"/>
            <a:ext cx="14908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37A3306-72CE-48AC-9363-0EAE74D66663}" type="slidenum">
              <a:rPr lang="en-IN" sz="800" smtClean="0"/>
              <a:pPr algn="r"/>
              <a:t>2</a:t>
            </a:fld>
            <a:endParaRPr lang="en-IN" sz="80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2B89F03-9EAA-347E-6693-22DDE3B2B9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Healthcare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28E89B-D194-C669-90FD-2E69F1AE6635}"/>
              </a:ext>
            </a:extLst>
          </p:cNvPr>
          <p:cNvSpPr txBox="1"/>
          <p:nvPr/>
        </p:nvSpPr>
        <p:spPr>
          <a:xfrm>
            <a:off x="2275018" y="3066678"/>
            <a:ext cx="48895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Team member 1</a:t>
            </a:r>
          </a:p>
          <a:p>
            <a:r>
              <a:rPr lang="en-IN" dirty="0"/>
              <a:t>Team member 2</a:t>
            </a:r>
          </a:p>
          <a:p>
            <a:r>
              <a:rPr lang="en-IN" sz="1800" dirty="0"/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405455188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41C892-DF90-CFB4-DFE0-8D8A8E234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40" y="308506"/>
            <a:ext cx="4185533" cy="278794"/>
          </a:xfrm>
        </p:spPr>
        <p:txBody>
          <a:bodyPr/>
          <a:lstStyle/>
          <a:p>
            <a:r>
              <a:rPr lang="en-IN" dirty="0"/>
              <a:t>Agenda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CE791A8-E6A7-FD8C-B541-0371A61FF580}"/>
              </a:ext>
            </a:extLst>
          </p:cNvPr>
          <p:cNvCxnSpPr>
            <a:cxnSpLocks/>
          </p:cNvCxnSpPr>
          <p:nvPr/>
        </p:nvCxnSpPr>
        <p:spPr>
          <a:xfrm>
            <a:off x="237440" y="1466016"/>
            <a:ext cx="4185533" cy="0"/>
          </a:xfrm>
          <a:prstGeom prst="line">
            <a:avLst/>
          </a:prstGeom>
          <a:ln>
            <a:solidFill>
              <a:schemeClr val="tx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D1C83F8-3AD6-5FDA-8DEE-99DE47156CCB}"/>
              </a:ext>
            </a:extLst>
          </p:cNvPr>
          <p:cNvSpPr txBox="1"/>
          <p:nvPr/>
        </p:nvSpPr>
        <p:spPr>
          <a:xfrm>
            <a:off x="237441" y="1028582"/>
            <a:ext cx="3487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b="1">
                <a:solidFill>
                  <a:schemeClr val="accent1"/>
                </a:solidFill>
                <a:cs typeface="Bai Jamjuree" panose="00000500000000000000" pitchFamily="2" charset="-34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45ECFA-33B6-1A49-C67A-D0D09BB304B4}"/>
              </a:ext>
            </a:extLst>
          </p:cNvPr>
          <p:cNvSpPr txBox="1"/>
          <p:nvPr/>
        </p:nvSpPr>
        <p:spPr>
          <a:xfrm>
            <a:off x="656492" y="1097832"/>
            <a:ext cx="3766480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IN" sz="900" dirty="0">
                <a:solidFill>
                  <a:schemeClr val="bg1"/>
                </a:solidFill>
                <a:cs typeface="Bai Jamjuree" panose="00000500000000000000" pitchFamily="2" charset="-34"/>
              </a:rPr>
              <a:t>Business Problem and solution approaches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BC87C0B-6467-40B1-ACD3-389161491678}"/>
              </a:ext>
            </a:extLst>
          </p:cNvPr>
          <p:cNvCxnSpPr>
            <a:cxnSpLocks/>
          </p:cNvCxnSpPr>
          <p:nvPr/>
        </p:nvCxnSpPr>
        <p:spPr>
          <a:xfrm>
            <a:off x="237440" y="2063885"/>
            <a:ext cx="4185533" cy="0"/>
          </a:xfrm>
          <a:prstGeom prst="line">
            <a:avLst/>
          </a:prstGeom>
          <a:ln>
            <a:solidFill>
              <a:schemeClr val="tx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A9D5537-D02A-803E-AF60-DEB18A4A4412}"/>
              </a:ext>
            </a:extLst>
          </p:cNvPr>
          <p:cNvSpPr txBox="1"/>
          <p:nvPr/>
        </p:nvSpPr>
        <p:spPr>
          <a:xfrm>
            <a:off x="237441" y="1626451"/>
            <a:ext cx="3487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b="1">
                <a:solidFill>
                  <a:schemeClr val="accent1"/>
                </a:solidFill>
                <a:cs typeface="Bai Jamjuree" panose="00000500000000000000" pitchFamily="2" charset="-34"/>
              </a:rPr>
              <a:t>02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BEB4C7-342F-E4FC-5988-3C74AD4D4CEC}"/>
              </a:ext>
            </a:extLst>
          </p:cNvPr>
          <p:cNvSpPr txBox="1"/>
          <p:nvPr/>
        </p:nvSpPr>
        <p:spPr>
          <a:xfrm>
            <a:off x="656492" y="1695701"/>
            <a:ext cx="3766480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IN" sz="900" dirty="0">
                <a:solidFill>
                  <a:schemeClr val="bg1"/>
                </a:solidFill>
                <a:cs typeface="Bai Jamjuree" panose="00000500000000000000" pitchFamily="2" charset="-34"/>
              </a:rPr>
              <a:t>System architecture flow general and retrieval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C4D2034-E3A5-80B1-4844-E57D144A5278}"/>
              </a:ext>
            </a:extLst>
          </p:cNvPr>
          <p:cNvCxnSpPr>
            <a:cxnSpLocks/>
          </p:cNvCxnSpPr>
          <p:nvPr/>
        </p:nvCxnSpPr>
        <p:spPr>
          <a:xfrm>
            <a:off x="237440" y="2661754"/>
            <a:ext cx="4185533" cy="0"/>
          </a:xfrm>
          <a:prstGeom prst="line">
            <a:avLst/>
          </a:prstGeom>
          <a:ln>
            <a:solidFill>
              <a:schemeClr val="tx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C13B2E59-A6AD-4998-B5BF-14D4B09C2BAD}"/>
              </a:ext>
            </a:extLst>
          </p:cNvPr>
          <p:cNvSpPr txBox="1"/>
          <p:nvPr/>
        </p:nvSpPr>
        <p:spPr>
          <a:xfrm>
            <a:off x="237441" y="2224320"/>
            <a:ext cx="3487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b="1">
                <a:solidFill>
                  <a:schemeClr val="accent1"/>
                </a:solidFill>
                <a:cs typeface="Bai Jamjuree" panose="00000500000000000000" pitchFamily="2" charset="-34"/>
              </a:rPr>
              <a:t>03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7144661-4A0B-4A74-0159-73E7E512A956}"/>
              </a:ext>
            </a:extLst>
          </p:cNvPr>
          <p:cNvSpPr txBox="1"/>
          <p:nvPr/>
        </p:nvSpPr>
        <p:spPr>
          <a:xfrm>
            <a:off x="656492" y="2293570"/>
            <a:ext cx="3766480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IN" sz="900" dirty="0">
                <a:solidFill>
                  <a:schemeClr val="bg1"/>
                </a:solidFill>
                <a:cs typeface="Bai Jamjuree" panose="00000500000000000000" pitchFamily="2" charset="-34"/>
              </a:rPr>
              <a:t>Data Preparation and snippet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F05A042-9609-F7BE-49C4-E40C69387063}"/>
              </a:ext>
            </a:extLst>
          </p:cNvPr>
          <p:cNvSpPr txBox="1"/>
          <p:nvPr/>
        </p:nvSpPr>
        <p:spPr>
          <a:xfrm>
            <a:off x="237441" y="2822189"/>
            <a:ext cx="3487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b="1" dirty="0">
                <a:solidFill>
                  <a:schemeClr val="accent1"/>
                </a:solidFill>
                <a:cs typeface="Bai Jamjuree" panose="00000500000000000000" pitchFamily="2" charset="-34"/>
              </a:rPr>
              <a:t>04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17ABA5D-BE4E-C2C2-5FEB-2748C6796CF5}"/>
              </a:ext>
            </a:extLst>
          </p:cNvPr>
          <p:cNvSpPr txBox="1"/>
          <p:nvPr/>
        </p:nvSpPr>
        <p:spPr>
          <a:xfrm>
            <a:off x="656492" y="2891439"/>
            <a:ext cx="3766480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IN" sz="900" dirty="0">
                <a:solidFill>
                  <a:schemeClr val="bg1"/>
                </a:solidFill>
                <a:cs typeface="Bai Jamjuree" panose="00000500000000000000" pitchFamily="2" charset="-34"/>
              </a:rPr>
              <a:t>Embedding model approaches</a:t>
            </a:r>
          </a:p>
        </p:txBody>
      </p:sp>
      <p:pic>
        <p:nvPicPr>
          <p:cNvPr id="8" name="Picture Placeholder 7" descr="A person holding a pen and a tablet&#10;&#10;Description automatically generated">
            <a:extLst>
              <a:ext uri="{FF2B5EF4-FFF2-40B4-BE49-F238E27FC236}">
                <a16:creationId xmlns:a16="http://schemas.microsoft.com/office/drawing/2014/main" id="{C07AF586-6A4D-A830-805C-E40E38CA755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8FBE8D5-FCFA-EE59-6472-6E9AFBE90604}"/>
              </a:ext>
            </a:extLst>
          </p:cNvPr>
          <p:cNvSpPr txBox="1">
            <a:spLocks/>
          </p:cNvSpPr>
          <p:nvPr/>
        </p:nvSpPr>
        <p:spPr>
          <a:xfrm>
            <a:off x="8852058" y="4806255"/>
            <a:ext cx="54502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37A3306-72CE-48AC-9363-0EAE74D66663}" type="slidenum">
              <a:rPr lang="en-IN" sz="800" smtClean="0">
                <a:solidFill>
                  <a:schemeClr val="bg1"/>
                </a:solidFill>
              </a:rPr>
              <a:pPr algn="r"/>
              <a:t>3</a:t>
            </a:fld>
            <a:endParaRPr lang="en-IN" sz="80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31BAE23-C2E5-B8AC-D2F9-BE9655EF704D}"/>
              </a:ext>
            </a:extLst>
          </p:cNvPr>
          <p:cNvCxnSpPr>
            <a:cxnSpLocks/>
          </p:cNvCxnSpPr>
          <p:nvPr/>
        </p:nvCxnSpPr>
        <p:spPr>
          <a:xfrm>
            <a:off x="237440" y="3271354"/>
            <a:ext cx="4185533" cy="0"/>
          </a:xfrm>
          <a:prstGeom prst="line">
            <a:avLst/>
          </a:prstGeom>
          <a:ln>
            <a:solidFill>
              <a:schemeClr val="tx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7DBE491-B89B-7160-E513-37A9FA2D3B90}"/>
              </a:ext>
            </a:extLst>
          </p:cNvPr>
          <p:cNvSpPr txBox="1"/>
          <p:nvPr/>
        </p:nvSpPr>
        <p:spPr>
          <a:xfrm>
            <a:off x="237440" y="3340604"/>
            <a:ext cx="5626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1"/>
                </a:solidFill>
                <a:cs typeface="Bai Jamjuree" panose="00000500000000000000" pitchFamily="2" charset="-34"/>
              </a:rPr>
              <a:t>05    </a:t>
            </a:r>
            <a:endParaRPr lang="en-IN" sz="900" dirty="0">
              <a:solidFill>
                <a:schemeClr val="bg1"/>
              </a:solidFill>
              <a:cs typeface="Bai Jamjuree" panose="00000500000000000000" pitchFamily="2" charset="-34"/>
            </a:endParaRP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202E5C-1B9A-993E-61A1-1CAF1F3F2280}"/>
              </a:ext>
            </a:extLst>
          </p:cNvPr>
          <p:cNvSpPr txBox="1"/>
          <p:nvPr/>
        </p:nvSpPr>
        <p:spPr>
          <a:xfrm>
            <a:off x="656492" y="3425753"/>
            <a:ext cx="3766480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IN" sz="900" dirty="0">
                <a:solidFill>
                  <a:schemeClr val="bg1"/>
                </a:solidFill>
                <a:cs typeface="Bai Jamjuree" panose="00000500000000000000" pitchFamily="2" charset="-34"/>
              </a:rPr>
              <a:t>Evaluation, result, challenges and future Scope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3E3EC4B-4520-7F58-38CA-9A4A23E25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40" y="3880954"/>
            <a:ext cx="4200525" cy="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16449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A2B8E3-A103-3411-40BA-8FD239B4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2821" y="65188"/>
            <a:ext cx="3463000" cy="994410"/>
          </a:xfrm>
        </p:spPr>
        <p:txBody>
          <a:bodyPr wrap="square" anchor="ctr">
            <a:normAutofit/>
          </a:bodyPr>
          <a:lstStyle/>
          <a:p>
            <a:r>
              <a:rPr lang="en-IN" dirty="0"/>
              <a:t>Business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4D4EDB-B483-4B16-12CA-32AC64BA9771}"/>
              </a:ext>
            </a:extLst>
          </p:cNvPr>
          <p:cNvSpPr txBox="1"/>
          <p:nvPr/>
        </p:nvSpPr>
        <p:spPr>
          <a:xfrm>
            <a:off x="4764786" y="1459230"/>
            <a:ext cx="3752850" cy="3264408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>
            <a:defPPr>
              <a:defRPr lang="en-US"/>
            </a:defPPr>
            <a:lvl1pPr>
              <a:defRPr sz="1000">
                <a:solidFill>
                  <a:schemeClr val="bg1"/>
                </a:solidFill>
              </a:defRPr>
            </a:lvl1pPr>
          </a:lstStyle>
          <a:p>
            <a:pPr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Hospitals face a large volume of repetitive patient queries like “What should I do if…?”</a:t>
            </a:r>
          </a:p>
          <a:p>
            <a:pPr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These </a:t>
            </a:r>
            <a:r>
              <a:rPr lang="en-US" sz="1400" kern="1200">
                <a:solidFill>
                  <a:schemeClr val="tx1"/>
                </a:solidFill>
              </a:rPr>
              <a:t>queries burden nursing staff and delay response time.</a:t>
            </a:r>
          </a:p>
          <a:p>
            <a:pPr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lang="en-US" sz="1400" kern="1200">
              <a:solidFill>
                <a:schemeClr val="tx1"/>
              </a:solidFill>
            </a:endParaRPr>
          </a:p>
          <a:p>
            <a:pPr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en-US" sz="1400" kern="1200">
                <a:solidFill>
                  <a:schemeClr val="tx1"/>
                </a:solidFill>
              </a:rPr>
              <a:t>Our goal: Use AI to automatically retrieve the most relevant pre-answered FAQ.</a:t>
            </a:r>
            <a:endParaRPr kumimoji="0" lang="en-US" altLang="en-US" sz="14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2" name="Picture 1" descr="A blue robot with a stethoscope&#10;&#10;AI-generated content may be incorrect.">
            <a:extLst>
              <a:ext uri="{FF2B5EF4-FFF2-40B4-BE49-F238E27FC236}">
                <a16:creationId xmlns:a16="http://schemas.microsoft.com/office/drawing/2014/main" id="{80266BCF-3B2E-432E-AE06-6430DA7188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64" y="1172076"/>
            <a:ext cx="3615776" cy="361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81751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00F22D9-A1C8-2F6A-EDC3-F83CD5AAE0DE}"/>
              </a:ext>
            </a:extLst>
          </p:cNvPr>
          <p:cNvCxnSpPr>
            <a:cxnSpLocks/>
          </p:cNvCxnSpPr>
          <p:nvPr/>
        </p:nvCxnSpPr>
        <p:spPr>
          <a:xfrm>
            <a:off x="4809441" y="1793768"/>
            <a:ext cx="39116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BE0F1E2-9526-57A3-9F08-6F77CA01CDEA}"/>
              </a:ext>
            </a:extLst>
          </p:cNvPr>
          <p:cNvCxnSpPr>
            <a:cxnSpLocks/>
          </p:cNvCxnSpPr>
          <p:nvPr/>
        </p:nvCxnSpPr>
        <p:spPr>
          <a:xfrm>
            <a:off x="4809441" y="3250861"/>
            <a:ext cx="39116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BC7C0A86-7FF0-804D-9B1F-9417E784CA3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572000" cy="51435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FD2C1B8-F454-A288-E525-CE8E7EA51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16" y="354085"/>
            <a:ext cx="4185533" cy="276999"/>
          </a:xfrm>
        </p:spPr>
        <p:txBody>
          <a:bodyPr/>
          <a:lstStyle/>
          <a:p>
            <a:pPr algn="ctr"/>
            <a:r>
              <a:rPr lang="en-IN" b="1" dirty="0"/>
              <a:t>Solution approach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A9075A-98C7-E08F-A98B-3751305A272E}"/>
              </a:ext>
            </a:extLst>
          </p:cNvPr>
          <p:cNvCxnSpPr>
            <a:cxnSpLocks/>
          </p:cNvCxnSpPr>
          <p:nvPr/>
        </p:nvCxnSpPr>
        <p:spPr>
          <a:xfrm>
            <a:off x="4809440" y="2553651"/>
            <a:ext cx="39116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10A93F9-94D7-E458-23E9-6172AB3792E4}"/>
              </a:ext>
            </a:extLst>
          </p:cNvPr>
          <p:cNvCxnSpPr>
            <a:cxnSpLocks/>
          </p:cNvCxnSpPr>
          <p:nvPr/>
        </p:nvCxnSpPr>
        <p:spPr>
          <a:xfrm>
            <a:off x="4809440" y="4037435"/>
            <a:ext cx="39116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 descr="Question mark">
            <a:extLst>
              <a:ext uri="{FF2B5EF4-FFF2-40B4-BE49-F238E27FC236}">
                <a16:creationId xmlns:a16="http://schemas.microsoft.com/office/drawing/2014/main" id="{8D24FB53-6D74-7F43-4824-C71407B0BA0F}"/>
              </a:ext>
            </a:extLst>
          </p:cNvPr>
          <p:cNvSpPr/>
          <p:nvPr/>
        </p:nvSpPr>
        <p:spPr>
          <a:xfrm>
            <a:off x="4572000" y="1225249"/>
            <a:ext cx="511382" cy="480884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2EF2BC-3AB7-08D5-D6E4-0AA78853D255}"/>
              </a:ext>
            </a:extLst>
          </p:cNvPr>
          <p:cNvSpPr txBox="1"/>
          <p:nvPr/>
        </p:nvSpPr>
        <p:spPr>
          <a:xfrm>
            <a:off x="5083382" y="1072090"/>
            <a:ext cx="4060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Tx/>
              <a:buSzPts val="1800"/>
            </a:pPr>
            <a:r>
              <a:rPr lang="en-US" sz="1200" b="1" dirty="0">
                <a:solidFill>
                  <a:schemeClr val="bg1"/>
                </a:solidFill>
                <a:effectLst/>
              </a:rPr>
              <a:t>Semantic Search with SBERT</a:t>
            </a:r>
            <a:r>
              <a:rPr lang="en-US" sz="1200" dirty="0">
                <a:solidFill>
                  <a:schemeClr val="bg1"/>
                </a:solidFill>
                <a:effectLst/>
              </a:rPr>
              <a:t>: Uses Sentence-BERT to understand query context, delivering precise answers (BERT_Score@1=0.958).</a:t>
            </a:r>
            <a:endParaRPr lang="en-IN" sz="1200" dirty="0">
              <a:solidFill>
                <a:schemeClr val="bg1"/>
              </a:solidFill>
              <a:effectLst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87E6CFF-4696-37C8-685E-6773D17E08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4668" y="2057033"/>
            <a:ext cx="369697" cy="36969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8697E1E-36A5-98EA-7300-223E713B08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4668" y="3385429"/>
            <a:ext cx="514797" cy="51479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7CF2FEB-9B2E-9158-C6EF-5E85952E48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4668" y="2669504"/>
            <a:ext cx="529426" cy="52942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E8FFFB81-D135-86FA-407C-9A0DDD595C92}"/>
              </a:ext>
            </a:extLst>
          </p:cNvPr>
          <p:cNvSpPr txBox="1"/>
          <p:nvPr/>
        </p:nvSpPr>
        <p:spPr>
          <a:xfrm>
            <a:off x="5083382" y="1924496"/>
            <a:ext cx="41746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Tx/>
              <a:buSzPts val="1800"/>
            </a:pPr>
            <a:r>
              <a:rPr lang="en-US" sz="1200" b="1" dirty="0">
                <a:solidFill>
                  <a:schemeClr val="bg1"/>
                </a:solidFill>
                <a:effectLst/>
              </a:rPr>
              <a:t>FAISS-Powered Retrieval</a:t>
            </a:r>
            <a:r>
              <a:rPr lang="en-US" sz="1200" dirty="0">
                <a:solidFill>
                  <a:schemeClr val="bg1"/>
                </a:solidFill>
                <a:effectLst/>
              </a:rPr>
              <a:t>: Employs FAISS for fast, scalable search across static (Word2Vec) and contextual (SBERT) models, ensuring high accuracy (MAP@10=0.815).</a:t>
            </a:r>
            <a:endParaRPr lang="en-IN" sz="1200" dirty="0">
              <a:solidFill>
                <a:schemeClr val="bg1"/>
              </a:solidFill>
              <a:effectLst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6115AA-C430-DFE8-F8CD-8AEA34B6915B}"/>
              </a:ext>
            </a:extLst>
          </p:cNvPr>
          <p:cNvSpPr txBox="1"/>
          <p:nvPr/>
        </p:nvSpPr>
        <p:spPr>
          <a:xfrm>
            <a:off x="5188377" y="2645848"/>
            <a:ext cx="38065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Tx/>
              <a:buSzPts val="1800"/>
            </a:pPr>
            <a:r>
              <a:rPr lang="en-US" sz="1200" b="1" dirty="0">
                <a:solidFill>
                  <a:schemeClr val="bg1"/>
                </a:solidFill>
                <a:effectLst/>
              </a:rPr>
              <a:t>Interactive </a:t>
            </a:r>
            <a:r>
              <a:rPr lang="en-US" sz="1200" b="1" dirty="0" err="1">
                <a:solidFill>
                  <a:schemeClr val="bg1"/>
                </a:solidFill>
                <a:effectLst/>
              </a:rPr>
              <a:t>Streamlit</a:t>
            </a:r>
            <a:r>
              <a:rPr lang="en-US" sz="1200" b="1" dirty="0">
                <a:solidFill>
                  <a:schemeClr val="bg1"/>
                </a:solidFill>
                <a:effectLst/>
              </a:rPr>
              <a:t> UI</a:t>
            </a:r>
            <a:r>
              <a:rPr lang="en-US" sz="1200" dirty="0">
                <a:solidFill>
                  <a:schemeClr val="bg1"/>
                </a:solidFill>
                <a:effectLst/>
              </a:rPr>
              <a:t>: Provides a web interface with "Ask Dr Bot" branding for easy query input and instant responses.</a:t>
            </a:r>
            <a:endParaRPr lang="en-IN" sz="1200" dirty="0">
              <a:solidFill>
                <a:schemeClr val="bg1"/>
              </a:solidFill>
              <a:effectLst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E11794-5062-79C7-33A5-97AAFB61D8E6}"/>
              </a:ext>
            </a:extLst>
          </p:cNvPr>
          <p:cNvSpPr txBox="1"/>
          <p:nvPr/>
        </p:nvSpPr>
        <p:spPr>
          <a:xfrm>
            <a:off x="5234094" y="3498254"/>
            <a:ext cx="35596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Tx/>
              <a:buSzPts val="1800"/>
            </a:pPr>
            <a:r>
              <a:rPr lang="en-US" sz="1200" b="1" dirty="0">
                <a:solidFill>
                  <a:schemeClr val="bg1"/>
                </a:solidFill>
                <a:effectLst/>
              </a:rPr>
              <a:t>Performance Insights</a:t>
            </a:r>
            <a:r>
              <a:rPr lang="en-US" sz="1200" dirty="0">
                <a:solidFill>
                  <a:schemeClr val="bg1"/>
                </a:solidFill>
                <a:effectLst/>
              </a:rPr>
              <a:t>: Visualizes model metrics via a plot, showcasing reliability for stakeholders.</a:t>
            </a:r>
            <a:endParaRPr lang="en-IN" sz="1200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5491383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9A1D1-2B9D-997E-FDC8-C83D1875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0597" y="675030"/>
            <a:ext cx="4232717" cy="446084"/>
          </a:xfrm>
        </p:spPr>
        <p:txBody>
          <a:bodyPr/>
          <a:lstStyle/>
          <a:p>
            <a:r>
              <a:rPr lang="en-IN" sz="3200" b="1" dirty="0"/>
              <a:t>Data Preparation</a:t>
            </a:r>
            <a:endParaRPr lang="en-IN" b="1" dirty="0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341CE003-5D27-32DB-D65A-A704766CBA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9807237"/>
              </p:ext>
            </p:extLst>
          </p:nvPr>
        </p:nvGraphicFramePr>
        <p:xfrm>
          <a:off x="402461" y="1450230"/>
          <a:ext cx="8339077" cy="32233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90308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24D12414-C4A4-4ADF-87E9-93E987BB87BD}"/>
              </a:ext>
            </a:extLst>
          </p:cNvPr>
          <p:cNvSpPr txBox="1">
            <a:spLocks/>
          </p:cNvSpPr>
          <p:nvPr/>
        </p:nvSpPr>
        <p:spPr>
          <a:xfrm>
            <a:off x="4875480" y="230436"/>
            <a:ext cx="3917456" cy="2341314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800" dirty="0">
              <a:solidFill>
                <a:schemeClr val="bg1"/>
              </a:solidFill>
              <a:latin typeface="Tw Cen MT" panose="020B0602020104020603" pitchFamily="34" charset="0"/>
            </a:endParaRPr>
          </a:p>
          <a:p>
            <a:pPr algn="ctr"/>
            <a:endParaRPr lang="en-US" sz="1800" dirty="0">
              <a:solidFill>
                <a:schemeClr val="bg1"/>
              </a:solidFill>
              <a:latin typeface="Tw Cen MT" panose="020B0602020104020603" pitchFamily="34" charset="0"/>
            </a:endParaRPr>
          </a:p>
          <a:p>
            <a:pPr algn="ctr"/>
            <a:endParaRPr lang="en-US" sz="1800" dirty="0">
              <a:solidFill>
                <a:schemeClr val="bg1"/>
              </a:solidFill>
              <a:latin typeface="Tw Cen MT" panose="020B0602020104020603" pitchFamily="34" charset="0"/>
            </a:endParaRPr>
          </a:p>
          <a:p>
            <a:pPr algn="ctr"/>
            <a:endParaRPr lang="en-US" sz="1800" dirty="0">
              <a:solidFill>
                <a:schemeClr val="bg1"/>
              </a:solidFill>
              <a:latin typeface="Tw Cen MT" panose="020B0602020104020603" pitchFamily="34" charset="0"/>
            </a:endParaRPr>
          </a:p>
          <a:p>
            <a:pPr algn="ctr"/>
            <a:r>
              <a:rPr lang="en-US" sz="1800" dirty="0">
                <a:solidFill>
                  <a:schemeClr val="bg1"/>
                </a:solidFill>
                <a:latin typeface="Tw Cen MT" panose="020B0602020104020603" pitchFamily="34" charset="0"/>
              </a:rPr>
              <a:t>Our dataset contains 16,400 rows with features such as Question, Answer, Source, and Focus Area. Each question in the dataset has a unique corresponding answer.</a:t>
            </a:r>
            <a:endParaRPr lang="en-IN" sz="1800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5D6B7D-71B2-1903-A860-FC2744F53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311" y="2914651"/>
            <a:ext cx="8236862" cy="1441450"/>
          </a:xfrm>
          <a:prstGeom prst="round2DiagRect">
            <a:avLst>
              <a:gd name="adj1" fmla="val 6216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503E018-708F-ACE9-C613-75CB4A5E135F}"/>
              </a:ext>
            </a:extLst>
          </p:cNvPr>
          <p:cNvSpPr txBox="1">
            <a:spLocks/>
          </p:cNvSpPr>
          <p:nvPr/>
        </p:nvSpPr>
        <p:spPr>
          <a:xfrm>
            <a:off x="888320" y="1459439"/>
            <a:ext cx="2877336" cy="19519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>
                <a:solidFill>
                  <a:schemeClr val="bg1"/>
                </a:solidFill>
              </a:rPr>
              <a:t>DATA SNIPPET</a:t>
            </a:r>
          </a:p>
        </p:txBody>
      </p:sp>
    </p:spTree>
    <p:extLst>
      <p:ext uri="{BB962C8B-B14F-4D97-AF65-F5344CB8AC3E}">
        <p14:creationId xmlns:p14="http://schemas.microsoft.com/office/powerpoint/2010/main" val="501170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D39761B-BC38-47EB-B1C7-1583003CB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402" y="50800"/>
            <a:ext cx="5192047" cy="47021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92146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Firefighter">
            <a:extLst>
              <a:ext uri="{FF2B5EF4-FFF2-40B4-BE49-F238E27FC236}">
                <a16:creationId xmlns:a16="http://schemas.microsoft.com/office/drawing/2014/main" id="{BBF7E24A-9635-FE72-24B9-1F5A20FA23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34126" y="1044889"/>
            <a:ext cx="3620021" cy="36200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A9AEF8-E6D0-DEC4-CB14-468D434F1E49}"/>
              </a:ext>
            </a:extLst>
          </p:cNvPr>
          <p:cNvSpPr txBox="1"/>
          <p:nvPr/>
        </p:nvSpPr>
        <p:spPr>
          <a:xfrm>
            <a:off x="542926" y="1304000"/>
            <a:ext cx="4678134" cy="3448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</a:pPr>
            <a:r>
              <a:rPr lang="en-US" b="1" kern="1200" dirty="0">
                <a:solidFill>
                  <a:schemeClr val="bg1"/>
                </a:solidFill>
                <a:effectLst/>
                <a:latin typeface="Tw Cen MT" panose="020B0602020104020603" pitchFamily="34" charset="0"/>
                <a:ea typeface="+mn-ea"/>
                <a:cs typeface="+mn-cs"/>
              </a:rPr>
              <a:t>Static Embeddings</a:t>
            </a:r>
            <a:r>
              <a:rPr lang="en-US" kern="1200" dirty="0">
                <a:solidFill>
                  <a:schemeClr val="bg1"/>
                </a:solidFill>
                <a:effectLst/>
                <a:latin typeface="Tw Cen MT" panose="020B0602020104020603" pitchFamily="34" charset="0"/>
                <a:ea typeface="+mn-ea"/>
                <a:cs typeface="+mn-cs"/>
              </a:rPr>
              <a:t>: pre-trained </a:t>
            </a:r>
            <a:r>
              <a:rPr lang="en-US" kern="1200" dirty="0" err="1">
                <a:solidFill>
                  <a:schemeClr val="bg1"/>
                </a:solidFill>
                <a:effectLst/>
                <a:latin typeface="Tw Cen MT" panose="020B0602020104020603" pitchFamily="34" charset="0"/>
                <a:ea typeface="+mn-ea"/>
                <a:cs typeface="+mn-cs"/>
              </a:rPr>
              <a:t>GoogleNews</a:t>
            </a:r>
            <a:r>
              <a:rPr lang="en-US" kern="1200" dirty="0">
                <a:solidFill>
                  <a:schemeClr val="bg1"/>
                </a:solidFill>
                <a:effectLst/>
                <a:latin typeface="Tw Cen MT" panose="020B0602020104020603" pitchFamily="34" charset="0"/>
                <a:ea typeface="+mn-ea"/>
                <a:cs typeface="+mn-cs"/>
              </a:rPr>
              <a:t> Word2Vec (or </a:t>
            </a:r>
            <a:r>
              <a:rPr lang="en-US" kern="1200" dirty="0" err="1">
                <a:solidFill>
                  <a:schemeClr val="bg1"/>
                </a:solidFill>
                <a:effectLst/>
                <a:latin typeface="Tw Cen MT" panose="020B0602020104020603" pitchFamily="34" charset="0"/>
                <a:ea typeface="+mn-ea"/>
                <a:cs typeface="+mn-cs"/>
              </a:rPr>
              <a:t>GloVe</a:t>
            </a:r>
            <a:r>
              <a:rPr lang="en-US" kern="1200" dirty="0">
                <a:solidFill>
                  <a:schemeClr val="bg1"/>
                </a:solidFill>
                <a:effectLst/>
                <a:latin typeface="Tw Cen MT" panose="020B0602020104020603" pitchFamily="34" charset="0"/>
                <a:ea typeface="+mn-ea"/>
                <a:cs typeface="+mn-cs"/>
              </a:rPr>
              <a:t>) vectors. (</a:t>
            </a:r>
            <a:r>
              <a:rPr lang="en-US" kern="1200" dirty="0" err="1">
                <a:solidFill>
                  <a:schemeClr val="bg1"/>
                </a:solidFill>
                <a:effectLst/>
                <a:latin typeface="Tw Cen MT" panose="020B0602020104020603" pitchFamily="34" charset="0"/>
                <a:ea typeface="+mn-ea"/>
                <a:cs typeface="+mn-cs"/>
              </a:rPr>
              <a:t>GoogleNews</a:t>
            </a:r>
            <a:r>
              <a:rPr lang="en-US" kern="1200" dirty="0">
                <a:solidFill>
                  <a:schemeClr val="bg1"/>
                </a:solidFill>
                <a:effectLst/>
                <a:latin typeface="Tw Cen MT" panose="020B0602020104020603" pitchFamily="34" charset="0"/>
                <a:ea typeface="+mn-ea"/>
                <a:cs typeface="+mn-cs"/>
              </a:rPr>
              <a:t> or </a:t>
            </a:r>
            <a:r>
              <a:rPr lang="en-US" kern="1200" dirty="0" err="1">
                <a:solidFill>
                  <a:schemeClr val="bg1"/>
                </a:solidFill>
                <a:effectLst/>
                <a:latin typeface="Tw Cen MT" panose="020B0602020104020603" pitchFamily="34" charset="0"/>
                <a:ea typeface="+mn-ea"/>
                <a:cs typeface="+mn-cs"/>
              </a:rPr>
              <a:t>spaCy</a:t>
            </a:r>
            <a:r>
              <a:rPr lang="en-US" kern="1200" dirty="0">
                <a:solidFill>
                  <a:schemeClr val="bg1"/>
                </a:solidFill>
                <a:effectLst/>
                <a:latin typeface="Tw Cen MT" panose="020B0602020104020603" pitchFamily="34" charset="0"/>
                <a:ea typeface="+mn-ea"/>
                <a:cs typeface="+mn-cs"/>
              </a:rPr>
              <a:t>)</a:t>
            </a:r>
            <a:endParaRPr lang="en-IN" dirty="0">
              <a:solidFill>
                <a:schemeClr val="bg1"/>
              </a:solidFill>
            </a:endParaRPr>
          </a:p>
          <a:p>
            <a:pPr marL="228600" indent="-228600" algn="l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</a:pPr>
            <a:r>
              <a:rPr lang="en-US" b="1" i="0" kern="120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Contextual Embeddings</a:t>
            </a:r>
            <a:r>
              <a:rPr lang="en-US" b="0" i="0" kern="120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: </a:t>
            </a:r>
            <a:r>
              <a:rPr lang="en-US" b="0" i="0" kern="120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spaCy’s</a:t>
            </a:r>
            <a:r>
              <a:rPr lang="en-US" b="0" i="0" kern="120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transformer </a:t>
            </a:r>
            <a:r>
              <a:rPr lang="en-US" b="0" i="0" kern="120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(</a:t>
            </a:r>
            <a:r>
              <a:rPr lang="en-IN" b="0" kern="1200" dirty="0" err="1">
                <a:solidFill>
                  <a:srgbClr val="4EC9B0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SentenceTransformer</a:t>
            </a:r>
            <a:r>
              <a:rPr lang="en-US" b="0" i="0" kern="1200" baseline="0" dirty="0">
                <a:ln>
                  <a:noFill/>
                </a:ln>
                <a:solidFill>
                  <a:srgbClr val="FFFFFF"/>
                </a:solidFill>
                <a:effectLst/>
                <a:latin typeface="Tw Cen MT" panose="020B0602020104020603" pitchFamily="34" charset="0"/>
                <a:ea typeface="+mn-ea"/>
                <a:cs typeface="+mn-cs"/>
              </a:rPr>
              <a:t>)</a:t>
            </a:r>
            <a:r>
              <a:rPr lang="en-US" b="0" i="0" kern="120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endParaRPr lang="en-IN" b="0" i="0" baseline="0" dirty="0">
              <a:ln>
                <a:noFill/>
              </a:ln>
            </a:endParaRPr>
          </a:p>
          <a:p>
            <a:pPr marL="228600" indent="-228600" algn="l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bg1"/>
                </a:solidFill>
                <a:effectLst/>
                <a:latin typeface="Tw Cen MT" panose="020B0602020104020603" pitchFamily="34" charset="0"/>
                <a:ea typeface="+mn-ea"/>
                <a:cs typeface="+mn-cs"/>
              </a:rPr>
              <a:t>All questions converted into high-dimensional vectors </a:t>
            </a:r>
            <a:endParaRPr lang="en-IN" dirty="0">
              <a:solidFill>
                <a:schemeClr val="bg1"/>
              </a:solidFill>
            </a:endParaRPr>
          </a:p>
          <a:p>
            <a:pPr marL="228600" indent="-228600" algn="l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bg1"/>
                </a:solidFill>
                <a:effectLst/>
                <a:latin typeface="Tw Cen MT" panose="020B0602020104020603" pitchFamily="34" charset="0"/>
                <a:ea typeface="+mn-ea"/>
                <a:cs typeface="+mn-cs"/>
              </a:rPr>
              <a:t>FAISS index; implement cosine-similarity search. </a:t>
            </a:r>
            <a:endParaRPr lang="en-IN" dirty="0">
              <a:solidFill>
                <a:schemeClr val="bg1"/>
              </a:solidFill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A8470B-FC02-847D-1C67-878077AAC3FB}"/>
              </a:ext>
            </a:extLst>
          </p:cNvPr>
          <p:cNvSpPr txBox="1"/>
          <p:nvPr/>
        </p:nvSpPr>
        <p:spPr>
          <a:xfrm>
            <a:off x="2159453" y="478590"/>
            <a:ext cx="46781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kern="1200" cap="all" baseline="0" dirty="0">
                <a:solidFill>
                  <a:schemeClr val="bg1"/>
                </a:solidFill>
                <a:effectLst/>
                <a:latin typeface="Tw Cen MT" panose="020B0602020104020603" pitchFamily="34" charset="0"/>
                <a:ea typeface="+mj-ea"/>
                <a:cs typeface="+mj-cs"/>
              </a:rPr>
              <a:t>Embedding model Approach</a:t>
            </a:r>
            <a:endParaRPr lang="en-I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281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99077E-42F5-E977-E645-CE6FB201F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1" y="262659"/>
            <a:ext cx="4572000" cy="4618182"/>
          </a:xfrm>
          <a:prstGeom prst="rect">
            <a:avLst/>
          </a:prstGeom>
          <a:noFill/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AB5E81EA-648F-09F8-D1D8-5A4DC0891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641" y="1965891"/>
            <a:ext cx="4111749" cy="1332481"/>
          </a:xfrm>
        </p:spPr>
        <p:txBody>
          <a:bodyPr/>
          <a:lstStyle/>
          <a:p>
            <a:pPr algn="ctr"/>
            <a:r>
              <a:rPr lang="en-US" b="1" dirty="0"/>
              <a:t>SYSTEM ARCHITECHTURE RETRIEVAL FLOW </a:t>
            </a:r>
          </a:p>
        </p:txBody>
      </p:sp>
    </p:spTree>
    <p:extLst>
      <p:ext uri="{BB962C8B-B14F-4D97-AF65-F5344CB8AC3E}">
        <p14:creationId xmlns:p14="http://schemas.microsoft.com/office/powerpoint/2010/main" val="2499503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2B97296-71DE-58E6-20E7-9E32AECEF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934" y="2215473"/>
            <a:ext cx="2206638" cy="356277"/>
          </a:xfrm>
        </p:spPr>
        <p:txBody>
          <a:bodyPr/>
          <a:lstStyle/>
          <a:p>
            <a:r>
              <a:rPr lang="en-US" b="1" dirty="0"/>
              <a:t>DEMO</a:t>
            </a:r>
          </a:p>
        </p:txBody>
      </p:sp>
      <p:pic>
        <p:nvPicPr>
          <p:cNvPr id="2" name="Picture Placeholder 17">
            <a:extLst>
              <a:ext uri="{FF2B5EF4-FFF2-40B4-BE49-F238E27FC236}">
                <a16:creationId xmlns:a16="http://schemas.microsoft.com/office/drawing/2014/main" id="{6772A7FF-A23D-E3B9-E56C-EB5B401482F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42" r="344" b="2"/>
          <a:stretch>
            <a:fillRect/>
          </a:stretch>
        </p:blipFill>
        <p:spPr>
          <a:xfrm>
            <a:off x="20" y="10"/>
            <a:ext cx="4571980" cy="51434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32690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a comparison of a number of bars">
            <a:extLst>
              <a:ext uri="{FF2B5EF4-FFF2-40B4-BE49-F238E27FC236}">
                <a16:creationId xmlns:a16="http://schemas.microsoft.com/office/drawing/2014/main" id="{99762E70-0DDD-0F23-C12B-657B3E572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0103" y="987464"/>
            <a:ext cx="5409021" cy="40499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899E12-53D4-5C09-A480-FD2865B4E499}"/>
              </a:ext>
            </a:extLst>
          </p:cNvPr>
          <p:cNvSpPr txBox="1"/>
          <p:nvPr/>
        </p:nvSpPr>
        <p:spPr>
          <a:xfrm>
            <a:off x="2841172" y="302079"/>
            <a:ext cx="37792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EVALUATION AND RESULT</a:t>
            </a:r>
          </a:p>
        </p:txBody>
      </p:sp>
    </p:spTree>
    <p:extLst>
      <p:ext uri="{BB962C8B-B14F-4D97-AF65-F5344CB8AC3E}">
        <p14:creationId xmlns:p14="http://schemas.microsoft.com/office/powerpoint/2010/main" val="737879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AADBD927-BACF-87AE-E29A-D1477D3E69A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63A523E-5CE9-8D18-7870-249B33656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419" y="1050866"/>
            <a:ext cx="4232717" cy="443198"/>
          </a:xfrm>
        </p:spPr>
        <p:txBody>
          <a:bodyPr/>
          <a:lstStyle/>
          <a:p>
            <a:r>
              <a:rPr lang="en-IN" b="1" dirty="0"/>
              <a:t>CHALLENGES</a:t>
            </a:r>
          </a:p>
        </p:txBody>
      </p:sp>
      <p:pic>
        <p:nvPicPr>
          <p:cNvPr id="2" name="Picture 1" descr="A close up of a liquid&#10;&#10;Description automatically generated">
            <a:extLst>
              <a:ext uri="{FF2B5EF4-FFF2-40B4-BE49-F238E27FC236}">
                <a16:creationId xmlns:a16="http://schemas.microsoft.com/office/drawing/2014/main" id="{92DB415C-335F-04DA-4159-87A8EC46095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>
            <a:off x="2447372" y="482609"/>
            <a:ext cx="5143500" cy="4178282"/>
          </a:xfrm>
          <a:custGeom>
            <a:avLst/>
            <a:gdLst>
              <a:gd name="connsiteX0" fmla="*/ 5143500 w 5143500"/>
              <a:gd name="connsiteY0" fmla="*/ 0 h 4178282"/>
              <a:gd name="connsiteX1" fmla="*/ 5143500 w 5143500"/>
              <a:gd name="connsiteY1" fmla="*/ 4178282 h 4178282"/>
              <a:gd name="connsiteX2" fmla="*/ 0 w 5143500"/>
              <a:gd name="connsiteY2" fmla="*/ 4178282 h 4178282"/>
              <a:gd name="connsiteX3" fmla="*/ 0 w 5143500"/>
              <a:gd name="connsiteY3" fmla="*/ 0 h 4178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3500" h="4178282">
                <a:moveTo>
                  <a:pt x="5143500" y="0"/>
                </a:moveTo>
                <a:lnTo>
                  <a:pt x="5143500" y="4178282"/>
                </a:lnTo>
                <a:lnTo>
                  <a:pt x="0" y="4178282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EE1D37-1445-6FD6-5606-F480AE393D1F}"/>
              </a:ext>
            </a:extLst>
          </p:cNvPr>
          <p:cNvSpPr txBox="1"/>
          <p:nvPr/>
        </p:nvSpPr>
        <p:spPr>
          <a:xfrm>
            <a:off x="150545" y="1714500"/>
            <a:ext cx="3222851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Segoe Sans"/>
              </a:rPr>
              <a:t>Initially used </a:t>
            </a:r>
            <a:r>
              <a:rPr lang="en-US" sz="1400" b="1" dirty="0" err="1">
                <a:solidFill>
                  <a:schemeClr val="bg1"/>
                </a:solidFill>
                <a:latin typeface="Segoe Sans"/>
              </a:rPr>
              <a:t>en_core_web_trf</a:t>
            </a:r>
            <a:r>
              <a:rPr lang="en-US" sz="1400" dirty="0">
                <a:solidFill>
                  <a:schemeClr val="bg1"/>
                </a:solidFill>
                <a:latin typeface="Segoe Sans"/>
              </a:rPr>
              <a:t> and </a:t>
            </a:r>
            <a:r>
              <a:rPr lang="en-US" sz="1400" b="1" dirty="0" err="1">
                <a:solidFill>
                  <a:schemeClr val="bg1"/>
                </a:solidFill>
                <a:latin typeface="Segoe Sans"/>
              </a:rPr>
              <a:t>en_core_sci_lg</a:t>
            </a:r>
            <a:r>
              <a:rPr lang="en-US" sz="1400" dirty="0">
                <a:solidFill>
                  <a:schemeClr val="bg1"/>
                </a:solidFill>
                <a:latin typeface="Segoe Sans"/>
              </a:rPr>
              <a:t> for contextual embeddings, but they did not perform well on unstructured data. Switched to </a:t>
            </a:r>
            <a:r>
              <a:rPr lang="en-US" sz="1400" b="1" dirty="0">
                <a:solidFill>
                  <a:schemeClr val="bg1"/>
                </a:solidFill>
                <a:latin typeface="Segoe Sans"/>
              </a:rPr>
              <a:t>Sentence Transformers</a:t>
            </a:r>
            <a:r>
              <a:rPr lang="en-US" sz="1400" dirty="0">
                <a:solidFill>
                  <a:schemeClr val="bg1"/>
                </a:solidFill>
                <a:latin typeface="Segoe Sans"/>
              </a:rPr>
              <a:t> for improved results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chemeClr val="bg1"/>
                </a:solidFill>
                <a:effectLst/>
                <a:latin typeface="Segoe Sans"/>
              </a:rPr>
              <a:t>Domain-specific models (e.g., </a:t>
            </a:r>
            <a:r>
              <a:rPr lang="en-US" sz="1400" b="0" i="0" dirty="0" err="1">
                <a:solidFill>
                  <a:schemeClr val="bg1"/>
                </a:solidFill>
                <a:effectLst/>
                <a:latin typeface="Segoe Sans"/>
              </a:rPr>
              <a:t>BioBERT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Segoe Sans"/>
              </a:rPr>
              <a:t>) may perform better but require more resources.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chemeClr val="bg1"/>
                </a:solidFill>
                <a:effectLst/>
                <a:latin typeface="Segoe Sans"/>
              </a:rPr>
              <a:t>Ensuring </a:t>
            </a:r>
            <a:r>
              <a:rPr lang="en-US" sz="1400" b="1" i="0" dirty="0">
                <a:solidFill>
                  <a:schemeClr val="bg1"/>
                </a:solidFill>
                <a:effectLst/>
                <a:latin typeface="Segoe Sans"/>
              </a:rPr>
              <a:t>semantic consistency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Segoe Sans"/>
              </a:rPr>
              <a:t> across questions and answers is crucial for effective retrieval.</a:t>
            </a:r>
          </a:p>
          <a:p>
            <a:pPr marL="0" indent="0">
              <a:buNone/>
            </a:pPr>
            <a:br>
              <a:rPr lang="en-US" sz="1400" dirty="0">
                <a:solidFill>
                  <a:schemeClr val="bg1"/>
                </a:solidFill>
              </a:rPr>
            </a:br>
            <a:endParaRPr lang="en-US" sz="1400" b="0" i="0" dirty="0">
              <a:solidFill>
                <a:schemeClr val="bg1"/>
              </a:solidFill>
              <a:effectLst/>
              <a:latin typeface="Segoe Sans"/>
            </a:endParaRPr>
          </a:p>
          <a:p>
            <a:endParaRPr lang="en-IN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7041268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31B93-EADC-8372-B68C-F68DC3797C78}"/>
              </a:ext>
            </a:extLst>
          </p:cNvPr>
          <p:cNvSpPr txBox="1">
            <a:spLocks/>
          </p:cNvSpPr>
          <p:nvPr/>
        </p:nvSpPr>
        <p:spPr>
          <a:xfrm>
            <a:off x="3043692" y="251125"/>
            <a:ext cx="2660120" cy="626082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chemeClr val="bg1"/>
                </a:solidFill>
              </a:rPr>
              <a:t>Future Scope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D95B42-AC26-6466-EDC1-370F421FD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171" y="1132794"/>
            <a:ext cx="3544888" cy="33004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20E883-7F88-930B-A72E-0E50608C14BA}"/>
              </a:ext>
            </a:extLst>
          </p:cNvPr>
          <p:cNvSpPr txBox="1"/>
          <p:nvPr/>
        </p:nvSpPr>
        <p:spPr>
          <a:xfrm>
            <a:off x="228600" y="1113067"/>
            <a:ext cx="4572000" cy="3320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chemeClr val="bg1"/>
                </a:solidFill>
                <a:effectLst/>
                <a:latin typeface="Tw Cen MT" panose="020B0602020104020603" pitchFamily="34" charset="0"/>
                <a:ea typeface="+mn-ea"/>
                <a:cs typeface="+mn-cs"/>
              </a:rPr>
              <a:t>Add sentence-BERT fine-tuning on your train split and compare performance.</a:t>
            </a:r>
            <a:endParaRPr lang="en-IN" sz="1800" dirty="0">
              <a:solidFill>
                <a:schemeClr val="bg1"/>
              </a:solidFill>
              <a:effectLst/>
            </a:endParaRPr>
          </a:p>
          <a:p>
            <a:pPr marL="228600" indent="-228600" algn="l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1800" kern="1200" dirty="0">
                <a:solidFill>
                  <a:schemeClr val="bg1"/>
                </a:solidFill>
                <a:effectLst/>
                <a:latin typeface="Tw Cen MT" panose="020B0602020104020603" pitchFamily="34" charset="0"/>
                <a:ea typeface="+mn-ea"/>
                <a:cs typeface="+mn-cs"/>
              </a:rPr>
              <a:t>Implement RAG-style </a:t>
            </a:r>
            <a:r>
              <a:rPr lang="en-US" sz="1800" kern="1200" dirty="0" err="1">
                <a:solidFill>
                  <a:schemeClr val="bg1"/>
                </a:solidFill>
                <a:effectLst/>
                <a:latin typeface="Tw Cen MT" panose="020B0602020104020603" pitchFamily="34" charset="0"/>
                <a:ea typeface="+mn-ea"/>
                <a:cs typeface="+mn-cs"/>
              </a:rPr>
              <a:t>summarisation</a:t>
            </a:r>
            <a:r>
              <a:rPr lang="en-US" sz="1800" kern="1200" dirty="0">
                <a:solidFill>
                  <a:schemeClr val="bg1"/>
                </a:solidFill>
                <a:effectLst/>
                <a:latin typeface="Tw Cen MT" panose="020B0602020104020603" pitchFamily="34" charset="0"/>
                <a:ea typeface="+mn-ea"/>
                <a:cs typeface="+mn-cs"/>
              </a:rPr>
              <a:t>: after retrieving top-k answers, feed them plus the user’s question into GPT-3.5 Turbo (or Llama 3) to generate a one-paragraph </a:t>
            </a:r>
            <a:r>
              <a:rPr lang="en-US" sz="1800" kern="1200" dirty="0" err="1">
                <a:solidFill>
                  <a:schemeClr val="bg1"/>
                </a:solidFill>
                <a:effectLst/>
                <a:latin typeface="Tw Cen MT" panose="020B0602020104020603" pitchFamily="34" charset="0"/>
                <a:ea typeface="+mn-ea"/>
                <a:cs typeface="+mn-cs"/>
              </a:rPr>
              <a:t>personalised</a:t>
            </a:r>
            <a:r>
              <a:rPr lang="en-US" sz="1800" kern="1200" dirty="0">
                <a:solidFill>
                  <a:schemeClr val="bg1"/>
                </a:solidFill>
                <a:effectLst/>
                <a:latin typeface="Tw Cen MT" panose="020B0602020104020603" pitchFamily="34" charset="0"/>
                <a:ea typeface="+mn-ea"/>
                <a:cs typeface="+mn-cs"/>
              </a:rPr>
              <a:t> response.</a:t>
            </a:r>
            <a:endParaRPr lang="en-IN" dirty="0">
              <a:solidFill>
                <a:schemeClr val="bg1"/>
              </a:solidFill>
              <a:effectLst/>
            </a:endParaRPr>
          </a:p>
          <a:p>
            <a:pPr marL="228600" indent="-228600" algn="l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1800" kern="1200" dirty="0">
                <a:solidFill>
                  <a:schemeClr val="bg1"/>
                </a:solidFill>
                <a:effectLst/>
                <a:latin typeface="Tw Cen MT" panose="020B0602020104020603" pitchFamily="34" charset="0"/>
                <a:ea typeface="+mn-ea"/>
                <a:cs typeface="+mn-cs"/>
              </a:rPr>
              <a:t>Push the app to Render, </a:t>
            </a:r>
            <a:r>
              <a:rPr lang="en-US" sz="1800" kern="1200" dirty="0" err="1">
                <a:solidFill>
                  <a:schemeClr val="bg1"/>
                </a:solidFill>
                <a:effectLst/>
                <a:latin typeface="Tw Cen MT" panose="020B0602020104020603" pitchFamily="34" charset="0"/>
                <a:ea typeface="+mn-ea"/>
                <a:cs typeface="+mn-cs"/>
              </a:rPr>
              <a:t>HuggingFace</a:t>
            </a:r>
            <a:r>
              <a:rPr lang="en-US" sz="1800" kern="1200" dirty="0">
                <a:solidFill>
                  <a:schemeClr val="bg1"/>
                </a:solidFill>
                <a:effectLst/>
                <a:latin typeface="Tw Cen MT" panose="020B0602020104020603" pitchFamily="34" charset="0"/>
                <a:ea typeface="+mn-ea"/>
                <a:cs typeface="+mn-cs"/>
              </a:rPr>
              <a:t> Spaces or Fly.io with a one-click deploy script.</a:t>
            </a:r>
            <a:endParaRPr lang="en-IN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0550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19F4D4-D8A0-B557-A475-3617D8EE1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Lorem ipsum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19157C-E915-611A-0C99-6F0B4F997B90}"/>
              </a:ext>
            </a:extLst>
          </p:cNvPr>
          <p:cNvSpPr txBox="1"/>
          <p:nvPr/>
        </p:nvSpPr>
        <p:spPr>
          <a:xfrm>
            <a:off x="4572000" y="758283"/>
            <a:ext cx="4333190" cy="5078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1100">
                <a:solidFill>
                  <a:schemeClr val="bg1"/>
                </a:solidFill>
              </a:rPr>
              <a:t>Lorem ipsum </a:t>
            </a:r>
            <a:r>
              <a:rPr lang="en-IN" sz="1100" err="1">
                <a:solidFill>
                  <a:schemeClr val="bg1"/>
                </a:solidFill>
              </a:rPr>
              <a:t>dolor</a:t>
            </a:r>
            <a:r>
              <a:rPr lang="en-IN" sz="1100">
                <a:solidFill>
                  <a:schemeClr val="bg1"/>
                </a:solidFill>
              </a:rPr>
              <a:t> sit </a:t>
            </a:r>
            <a:r>
              <a:rPr lang="en-IN" sz="1100" err="1">
                <a:solidFill>
                  <a:schemeClr val="bg1"/>
                </a:solidFill>
              </a:rPr>
              <a:t>amet</a:t>
            </a:r>
            <a:r>
              <a:rPr lang="en-IN" sz="1100">
                <a:solidFill>
                  <a:schemeClr val="bg1"/>
                </a:solidFill>
              </a:rPr>
              <a:t>, </a:t>
            </a:r>
            <a:r>
              <a:rPr lang="en-IN" sz="1100" err="1">
                <a:solidFill>
                  <a:schemeClr val="bg1"/>
                </a:solidFill>
              </a:rPr>
              <a:t>consectetur</a:t>
            </a:r>
            <a:r>
              <a:rPr lang="en-IN" sz="1100">
                <a:solidFill>
                  <a:schemeClr val="bg1"/>
                </a:solidFill>
              </a:rPr>
              <a:t> </a:t>
            </a:r>
            <a:r>
              <a:rPr lang="en-IN" sz="1100" err="1">
                <a:solidFill>
                  <a:schemeClr val="bg1"/>
                </a:solidFill>
              </a:rPr>
              <a:t>adipiscing</a:t>
            </a:r>
            <a:r>
              <a:rPr lang="en-IN" sz="1100">
                <a:solidFill>
                  <a:schemeClr val="bg1"/>
                </a:solidFill>
              </a:rPr>
              <a:t> </a:t>
            </a:r>
            <a:r>
              <a:rPr lang="en-IN" sz="1100" err="1">
                <a:solidFill>
                  <a:schemeClr val="bg1"/>
                </a:solidFill>
              </a:rPr>
              <a:t>elit</a:t>
            </a:r>
            <a:r>
              <a:rPr lang="en-IN" sz="1100">
                <a:solidFill>
                  <a:schemeClr val="bg1"/>
                </a:solidFill>
              </a:rPr>
              <a:t>, </a:t>
            </a:r>
            <a:r>
              <a:rPr lang="en-IN" sz="1100" err="1">
                <a:solidFill>
                  <a:schemeClr val="bg1"/>
                </a:solidFill>
              </a:rPr>
              <a:t>sed</a:t>
            </a:r>
            <a:r>
              <a:rPr lang="en-IN" sz="1100">
                <a:solidFill>
                  <a:schemeClr val="bg1"/>
                </a:solidFill>
              </a:rPr>
              <a:t> do </a:t>
            </a:r>
            <a:r>
              <a:rPr lang="en-IN" sz="1100" err="1">
                <a:solidFill>
                  <a:schemeClr val="bg1"/>
                </a:solidFill>
              </a:rPr>
              <a:t>eiusmod</a:t>
            </a:r>
            <a:r>
              <a:rPr lang="en-IN" sz="1100">
                <a:solidFill>
                  <a:schemeClr val="bg1"/>
                </a:solidFill>
              </a:rPr>
              <a:t> </a:t>
            </a:r>
            <a:r>
              <a:rPr lang="en-IN" sz="1100" err="1">
                <a:solidFill>
                  <a:schemeClr val="bg1"/>
                </a:solidFill>
              </a:rPr>
              <a:t>tempor</a:t>
            </a:r>
            <a:r>
              <a:rPr lang="en-IN" sz="1100">
                <a:solidFill>
                  <a:schemeClr val="bg1"/>
                </a:solidFill>
              </a:rPr>
              <a:t> </a:t>
            </a:r>
            <a:r>
              <a:rPr lang="en-IN" sz="1100" err="1">
                <a:solidFill>
                  <a:schemeClr val="bg1"/>
                </a:solidFill>
              </a:rPr>
              <a:t>incididunt</a:t>
            </a:r>
            <a:r>
              <a:rPr lang="en-IN" sz="1100">
                <a:solidFill>
                  <a:schemeClr val="bg1"/>
                </a:solidFill>
              </a:rPr>
              <a:t> </a:t>
            </a:r>
            <a:r>
              <a:rPr lang="en-IN" sz="1100" err="1">
                <a:solidFill>
                  <a:schemeClr val="bg1"/>
                </a:solidFill>
              </a:rPr>
              <a:t>ut</a:t>
            </a:r>
            <a:r>
              <a:rPr lang="en-IN" sz="1100">
                <a:solidFill>
                  <a:schemeClr val="bg1"/>
                </a:solidFill>
              </a:rPr>
              <a:t> labore et dolore magna </a:t>
            </a:r>
            <a:r>
              <a:rPr lang="en-IN" sz="1100" err="1">
                <a:solidFill>
                  <a:schemeClr val="bg1"/>
                </a:solidFill>
              </a:rPr>
              <a:t>aliqua</a:t>
            </a:r>
            <a:r>
              <a:rPr lang="en-IN" sz="1100">
                <a:solidFill>
                  <a:schemeClr val="bg1"/>
                </a:solidFill>
              </a:rPr>
              <a:t>. Ut </a:t>
            </a:r>
            <a:r>
              <a:rPr lang="en-IN" sz="1100" err="1">
                <a:solidFill>
                  <a:schemeClr val="bg1"/>
                </a:solidFill>
              </a:rPr>
              <a:t>enim</a:t>
            </a:r>
            <a:r>
              <a:rPr lang="en-IN" sz="1100">
                <a:solidFill>
                  <a:schemeClr val="bg1"/>
                </a:solidFill>
              </a:rPr>
              <a:t> ad minim </a:t>
            </a:r>
            <a:r>
              <a:rPr lang="en-IN" sz="1100" err="1">
                <a:solidFill>
                  <a:schemeClr val="bg1"/>
                </a:solidFill>
              </a:rPr>
              <a:t>veniam</a:t>
            </a:r>
            <a:endParaRPr lang="en-IN" sz="1100">
              <a:solidFill>
                <a:schemeClr val="bg1"/>
              </a:solidFill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8A1A9A15-2732-F405-CAF8-AC9FC37963E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8C6C56-1E66-CEF9-7E17-F4BD61AA9A3D}"/>
              </a:ext>
            </a:extLst>
          </p:cNvPr>
          <p:cNvSpPr txBox="1"/>
          <p:nvPr/>
        </p:nvSpPr>
        <p:spPr>
          <a:xfrm>
            <a:off x="4572001" y="1583474"/>
            <a:ext cx="433318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1000" b="1">
                <a:solidFill>
                  <a:schemeClr val="accent1"/>
                </a:solidFill>
                <a:cs typeface="Bai Jamjuree" panose="00000500000000000000" pitchFamily="2" charset="-34"/>
              </a:rPr>
              <a:t>Lorem ipsum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024310-67F0-4A60-3810-317C8678F361}"/>
              </a:ext>
            </a:extLst>
          </p:cNvPr>
          <p:cNvCxnSpPr>
            <a:cxnSpLocks/>
          </p:cNvCxnSpPr>
          <p:nvPr/>
        </p:nvCxnSpPr>
        <p:spPr>
          <a:xfrm>
            <a:off x="4572001" y="1793768"/>
            <a:ext cx="43331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F4CDF85-FC15-90B2-E077-F6A5A07F573A}"/>
              </a:ext>
            </a:extLst>
          </p:cNvPr>
          <p:cNvSpPr txBox="1"/>
          <p:nvPr/>
        </p:nvSpPr>
        <p:spPr>
          <a:xfrm>
            <a:off x="4572000" y="1885445"/>
            <a:ext cx="433318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900">
                <a:solidFill>
                  <a:schemeClr val="bg1"/>
                </a:solidFill>
                <a:cs typeface="Bai Jamjuree" panose="00000500000000000000" pitchFamily="2" charset="-34"/>
              </a:rPr>
              <a:t>Lorem ipsum </a:t>
            </a:r>
            <a:r>
              <a:rPr lang="en-IN" sz="900" err="1">
                <a:solidFill>
                  <a:schemeClr val="bg1"/>
                </a:solidFill>
                <a:cs typeface="Bai Jamjuree" panose="00000500000000000000" pitchFamily="2" charset="-34"/>
              </a:rPr>
              <a:t>dolor</a:t>
            </a:r>
            <a:r>
              <a:rPr lang="en-IN" sz="900">
                <a:solidFill>
                  <a:schemeClr val="bg1"/>
                </a:solidFill>
                <a:cs typeface="Bai Jamjuree" panose="00000500000000000000" pitchFamily="2" charset="-34"/>
              </a:rPr>
              <a:t> sit </a:t>
            </a:r>
            <a:r>
              <a:rPr lang="en-IN" sz="900" err="1">
                <a:solidFill>
                  <a:schemeClr val="bg1"/>
                </a:solidFill>
                <a:cs typeface="Bai Jamjuree" panose="00000500000000000000" pitchFamily="2" charset="-34"/>
              </a:rPr>
              <a:t>amet</a:t>
            </a:r>
            <a:r>
              <a:rPr lang="en-IN" sz="900">
                <a:solidFill>
                  <a:schemeClr val="bg1"/>
                </a:solidFill>
                <a:cs typeface="Bai Jamjuree" panose="00000500000000000000" pitchFamily="2" charset="-34"/>
              </a:rPr>
              <a:t>, </a:t>
            </a:r>
            <a:r>
              <a:rPr lang="en-IN" sz="900" err="1">
                <a:solidFill>
                  <a:schemeClr val="bg1"/>
                </a:solidFill>
                <a:cs typeface="Bai Jamjuree" panose="00000500000000000000" pitchFamily="2" charset="-34"/>
              </a:rPr>
              <a:t>consectetur</a:t>
            </a:r>
            <a:r>
              <a:rPr lang="en-IN" sz="900">
                <a:solidFill>
                  <a:schemeClr val="bg1"/>
                </a:solidFill>
                <a:cs typeface="Bai Jamjuree" panose="00000500000000000000" pitchFamily="2" charset="-34"/>
              </a:rPr>
              <a:t> </a:t>
            </a:r>
            <a:r>
              <a:rPr lang="en-IN" sz="900" err="1">
                <a:solidFill>
                  <a:schemeClr val="bg1"/>
                </a:solidFill>
                <a:cs typeface="Bai Jamjuree" panose="00000500000000000000" pitchFamily="2" charset="-34"/>
              </a:rPr>
              <a:t>adipiscing</a:t>
            </a:r>
            <a:r>
              <a:rPr lang="en-IN" sz="900">
                <a:solidFill>
                  <a:schemeClr val="bg1"/>
                </a:solidFill>
                <a:cs typeface="Bai Jamjuree" panose="00000500000000000000" pitchFamily="2" charset="-34"/>
              </a:rPr>
              <a:t> </a:t>
            </a:r>
            <a:r>
              <a:rPr lang="en-IN" sz="900" err="1">
                <a:solidFill>
                  <a:schemeClr val="bg1"/>
                </a:solidFill>
                <a:cs typeface="Bai Jamjuree" panose="00000500000000000000" pitchFamily="2" charset="-34"/>
              </a:rPr>
              <a:t>elit</a:t>
            </a:r>
            <a:r>
              <a:rPr lang="en-IN" sz="900">
                <a:solidFill>
                  <a:schemeClr val="bg1"/>
                </a:solidFill>
                <a:cs typeface="Bai Jamjuree" panose="00000500000000000000" pitchFamily="2" charset="-34"/>
              </a:rPr>
              <a:t>, </a:t>
            </a:r>
            <a:r>
              <a:rPr lang="en-IN" sz="900" err="1">
                <a:solidFill>
                  <a:schemeClr val="bg1"/>
                </a:solidFill>
                <a:cs typeface="Bai Jamjuree" panose="00000500000000000000" pitchFamily="2" charset="-34"/>
              </a:rPr>
              <a:t>sed</a:t>
            </a:r>
            <a:r>
              <a:rPr lang="en-IN" sz="900">
                <a:solidFill>
                  <a:schemeClr val="bg1"/>
                </a:solidFill>
                <a:cs typeface="Bai Jamjuree" panose="00000500000000000000" pitchFamily="2" charset="-34"/>
              </a:rPr>
              <a:t> do </a:t>
            </a:r>
            <a:r>
              <a:rPr lang="en-IN" sz="900" err="1">
                <a:solidFill>
                  <a:schemeClr val="bg1"/>
                </a:solidFill>
                <a:cs typeface="Bai Jamjuree" panose="00000500000000000000" pitchFamily="2" charset="-34"/>
              </a:rPr>
              <a:t>eiusmod</a:t>
            </a:r>
            <a:r>
              <a:rPr lang="en-IN" sz="900">
                <a:solidFill>
                  <a:schemeClr val="bg1"/>
                </a:solidFill>
                <a:cs typeface="Bai Jamjuree" panose="00000500000000000000" pitchFamily="2" charset="-34"/>
              </a:rPr>
              <a:t> </a:t>
            </a:r>
            <a:r>
              <a:rPr lang="en-IN" sz="900" err="1">
                <a:solidFill>
                  <a:schemeClr val="bg1"/>
                </a:solidFill>
                <a:cs typeface="Bai Jamjuree" panose="00000500000000000000" pitchFamily="2" charset="-34"/>
              </a:rPr>
              <a:t>tempor</a:t>
            </a:r>
            <a:r>
              <a:rPr lang="en-IN" sz="900">
                <a:solidFill>
                  <a:schemeClr val="bg1"/>
                </a:solidFill>
                <a:cs typeface="Bai Jamjuree" panose="00000500000000000000" pitchFamily="2" charset="-34"/>
              </a:rPr>
              <a:t> </a:t>
            </a:r>
            <a:r>
              <a:rPr lang="en-IN" sz="900" err="1">
                <a:solidFill>
                  <a:schemeClr val="bg1"/>
                </a:solidFill>
                <a:cs typeface="Bai Jamjuree" panose="00000500000000000000" pitchFamily="2" charset="-34"/>
              </a:rPr>
              <a:t>incididunt</a:t>
            </a:r>
            <a:r>
              <a:rPr lang="en-IN" sz="900">
                <a:solidFill>
                  <a:schemeClr val="bg1"/>
                </a:solidFill>
                <a:cs typeface="Bai Jamjuree" panose="00000500000000000000" pitchFamily="2" charset="-34"/>
              </a:rPr>
              <a:t> </a:t>
            </a:r>
            <a:r>
              <a:rPr lang="en-IN" sz="900" err="1">
                <a:solidFill>
                  <a:schemeClr val="bg1"/>
                </a:solidFill>
                <a:cs typeface="Bai Jamjuree" panose="00000500000000000000" pitchFamily="2" charset="-34"/>
              </a:rPr>
              <a:t>ut</a:t>
            </a:r>
            <a:r>
              <a:rPr lang="en-IN" sz="900">
                <a:solidFill>
                  <a:schemeClr val="bg1"/>
                </a:solidFill>
                <a:cs typeface="Bai Jamjuree" panose="00000500000000000000" pitchFamily="2" charset="-34"/>
              </a:rPr>
              <a:t> labore et dolore magna </a:t>
            </a:r>
            <a:r>
              <a:rPr lang="en-IN" sz="900" err="1">
                <a:solidFill>
                  <a:schemeClr val="bg1"/>
                </a:solidFill>
                <a:cs typeface="Bai Jamjuree" panose="00000500000000000000" pitchFamily="2" charset="-34"/>
              </a:rPr>
              <a:t>aliqua</a:t>
            </a:r>
            <a:r>
              <a:rPr lang="en-IN" sz="900">
                <a:solidFill>
                  <a:schemeClr val="bg1"/>
                </a:solidFill>
                <a:cs typeface="Bai Jamjuree" panose="00000500000000000000" pitchFamily="2" charset="-34"/>
              </a:rPr>
              <a:t>. Ut </a:t>
            </a:r>
            <a:r>
              <a:rPr lang="en-IN" sz="900" err="1">
                <a:solidFill>
                  <a:schemeClr val="bg1"/>
                </a:solidFill>
                <a:cs typeface="Bai Jamjuree" panose="00000500000000000000" pitchFamily="2" charset="-34"/>
              </a:rPr>
              <a:t>enim</a:t>
            </a:r>
            <a:r>
              <a:rPr lang="en-IN" sz="900">
                <a:solidFill>
                  <a:schemeClr val="bg1"/>
                </a:solidFill>
                <a:cs typeface="Bai Jamjuree" panose="00000500000000000000" pitchFamily="2" charset="-34"/>
              </a:rPr>
              <a:t> ad minim </a:t>
            </a:r>
            <a:r>
              <a:rPr lang="en-IN" sz="900" err="1">
                <a:solidFill>
                  <a:schemeClr val="bg1"/>
                </a:solidFill>
                <a:cs typeface="Bai Jamjuree" panose="00000500000000000000" pitchFamily="2" charset="-34"/>
              </a:rPr>
              <a:t>veniam</a:t>
            </a:r>
            <a:endParaRPr lang="en-IN" sz="900">
              <a:solidFill>
                <a:schemeClr val="bg1"/>
              </a:solidFill>
              <a:cs typeface="Bai Jamjuree" panose="00000500000000000000" pitchFamily="2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4B217A-7C7D-E982-CCDF-6A049D804785}"/>
              </a:ext>
            </a:extLst>
          </p:cNvPr>
          <p:cNvSpPr txBox="1"/>
          <p:nvPr/>
        </p:nvSpPr>
        <p:spPr>
          <a:xfrm>
            <a:off x="4572001" y="3040567"/>
            <a:ext cx="433318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1000" b="1">
                <a:solidFill>
                  <a:schemeClr val="accent1"/>
                </a:solidFill>
                <a:cs typeface="Bai Jamjuree" panose="00000500000000000000" pitchFamily="2" charset="-34"/>
              </a:rPr>
              <a:t>Lorem ipsum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8934B1-75AE-CB77-32B4-119299E8D1DA}"/>
              </a:ext>
            </a:extLst>
          </p:cNvPr>
          <p:cNvCxnSpPr>
            <a:cxnSpLocks/>
          </p:cNvCxnSpPr>
          <p:nvPr/>
        </p:nvCxnSpPr>
        <p:spPr>
          <a:xfrm>
            <a:off x="4572001" y="3250861"/>
            <a:ext cx="43331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0297050-ACF0-E179-F671-881BA67B87C8}"/>
              </a:ext>
            </a:extLst>
          </p:cNvPr>
          <p:cNvSpPr txBox="1"/>
          <p:nvPr/>
        </p:nvSpPr>
        <p:spPr>
          <a:xfrm>
            <a:off x="4572000" y="3342538"/>
            <a:ext cx="433318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900">
                <a:solidFill>
                  <a:schemeClr val="bg1"/>
                </a:solidFill>
                <a:cs typeface="Bai Jamjuree" panose="00000500000000000000" pitchFamily="2" charset="-34"/>
              </a:rPr>
              <a:t>Lorem ipsum </a:t>
            </a:r>
            <a:r>
              <a:rPr lang="en-IN" sz="900" err="1">
                <a:solidFill>
                  <a:schemeClr val="bg1"/>
                </a:solidFill>
                <a:cs typeface="Bai Jamjuree" panose="00000500000000000000" pitchFamily="2" charset="-34"/>
              </a:rPr>
              <a:t>dolor</a:t>
            </a:r>
            <a:r>
              <a:rPr lang="en-IN" sz="900">
                <a:solidFill>
                  <a:schemeClr val="bg1"/>
                </a:solidFill>
                <a:cs typeface="Bai Jamjuree" panose="00000500000000000000" pitchFamily="2" charset="-34"/>
              </a:rPr>
              <a:t> sit </a:t>
            </a:r>
            <a:r>
              <a:rPr lang="en-IN" sz="900" err="1">
                <a:solidFill>
                  <a:schemeClr val="bg1"/>
                </a:solidFill>
                <a:cs typeface="Bai Jamjuree" panose="00000500000000000000" pitchFamily="2" charset="-34"/>
              </a:rPr>
              <a:t>amet</a:t>
            </a:r>
            <a:r>
              <a:rPr lang="en-IN" sz="900">
                <a:solidFill>
                  <a:schemeClr val="bg1"/>
                </a:solidFill>
                <a:cs typeface="Bai Jamjuree" panose="00000500000000000000" pitchFamily="2" charset="-34"/>
              </a:rPr>
              <a:t>, </a:t>
            </a:r>
            <a:r>
              <a:rPr lang="en-IN" sz="900" err="1">
                <a:solidFill>
                  <a:schemeClr val="bg1"/>
                </a:solidFill>
                <a:cs typeface="Bai Jamjuree" panose="00000500000000000000" pitchFamily="2" charset="-34"/>
              </a:rPr>
              <a:t>consectetur</a:t>
            </a:r>
            <a:r>
              <a:rPr lang="en-IN" sz="900">
                <a:solidFill>
                  <a:schemeClr val="bg1"/>
                </a:solidFill>
                <a:cs typeface="Bai Jamjuree" panose="00000500000000000000" pitchFamily="2" charset="-34"/>
              </a:rPr>
              <a:t> </a:t>
            </a:r>
            <a:r>
              <a:rPr lang="en-IN" sz="900" err="1">
                <a:solidFill>
                  <a:schemeClr val="bg1"/>
                </a:solidFill>
                <a:cs typeface="Bai Jamjuree" panose="00000500000000000000" pitchFamily="2" charset="-34"/>
              </a:rPr>
              <a:t>adipiscing</a:t>
            </a:r>
            <a:r>
              <a:rPr lang="en-IN" sz="900">
                <a:solidFill>
                  <a:schemeClr val="bg1"/>
                </a:solidFill>
                <a:cs typeface="Bai Jamjuree" panose="00000500000000000000" pitchFamily="2" charset="-34"/>
              </a:rPr>
              <a:t> </a:t>
            </a:r>
            <a:r>
              <a:rPr lang="en-IN" sz="900" err="1">
                <a:solidFill>
                  <a:schemeClr val="bg1"/>
                </a:solidFill>
                <a:cs typeface="Bai Jamjuree" panose="00000500000000000000" pitchFamily="2" charset="-34"/>
              </a:rPr>
              <a:t>elit</a:t>
            </a:r>
            <a:r>
              <a:rPr lang="en-IN" sz="900">
                <a:solidFill>
                  <a:schemeClr val="bg1"/>
                </a:solidFill>
                <a:cs typeface="Bai Jamjuree" panose="00000500000000000000" pitchFamily="2" charset="-34"/>
              </a:rPr>
              <a:t>, </a:t>
            </a:r>
            <a:r>
              <a:rPr lang="en-IN" sz="900" err="1">
                <a:solidFill>
                  <a:schemeClr val="bg1"/>
                </a:solidFill>
                <a:cs typeface="Bai Jamjuree" panose="00000500000000000000" pitchFamily="2" charset="-34"/>
              </a:rPr>
              <a:t>sed</a:t>
            </a:r>
            <a:r>
              <a:rPr lang="en-IN" sz="900">
                <a:solidFill>
                  <a:schemeClr val="bg1"/>
                </a:solidFill>
                <a:cs typeface="Bai Jamjuree" panose="00000500000000000000" pitchFamily="2" charset="-34"/>
              </a:rPr>
              <a:t> do </a:t>
            </a:r>
            <a:r>
              <a:rPr lang="en-IN" sz="900" err="1">
                <a:solidFill>
                  <a:schemeClr val="bg1"/>
                </a:solidFill>
                <a:cs typeface="Bai Jamjuree" panose="00000500000000000000" pitchFamily="2" charset="-34"/>
              </a:rPr>
              <a:t>eiusmod</a:t>
            </a:r>
            <a:r>
              <a:rPr lang="en-IN" sz="900">
                <a:solidFill>
                  <a:schemeClr val="bg1"/>
                </a:solidFill>
                <a:cs typeface="Bai Jamjuree" panose="00000500000000000000" pitchFamily="2" charset="-34"/>
              </a:rPr>
              <a:t> </a:t>
            </a:r>
            <a:r>
              <a:rPr lang="en-IN" sz="900" err="1">
                <a:solidFill>
                  <a:schemeClr val="bg1"/>
                </a:solidFill>
                <a:cs typeface="Bai Jamjuree" panose="00000500000000000000" pitchFamily="2" charset="-34"/>
              </a:rPr>
              <a:t>tempor</a:t>
            </a:r>
            <a:r>
              <a:rPr lang="en-IN" sz="900">
                <a:solidFill>
                  <a:schemeClr val="bg1"/>
                </a:solidFill>
                <a:cs typeface="Bai Jamjuree" panose="00000500000000000000" pitchFamily="2" charset="-34"/>
              </a:rPr>
              <a:t> </a:t>
            </a:r>
            <a:r>
              <a:rPr lang="en-IN" sz="900" err="1">
                <a:solidFill>
                  <a:schemeClr val="bg1"/>
                </a:solidFill>
                <a:cs typeface="Bai Jamjuree" panose="00000500000000000000" pitchFamily="2" charset="-34"/>
              </a:rPr>
              <a:t>incididunt</a:t>
            </a:r>
            <a:r>
              <a:rPr lang="en-IN" sz="900">
                <a:solidFill>
                  <a:schemeClr val="bg1"/>
                </a:solidFill>
                <a:cs typeface="Bai Jamjuree" panose="00000500000000000000" pitchFamily="2" charset="-34"/>
              </a:rPr>
              <a:t> </a:t>
            </a:r>
            <a:r>
              <a:rPr lang="en-IN" sz="900" err="1">
                <a:solidFill>
                  <a:schemeClr val="bg1"/>
                </a:solidFill>
                <a:cs typeface="Bai Jamjuree" panose="00000500000000000000" pitchFamily="2" charset="-34"/>
              </a:rPr>
              <a:t>ut</a:t>
            </a:r>
            <a:r>
              <a:rPr lang="en-IN" sz="900">
                <a:solidFill>
                  <a:schemeClr val="bg1"/>
                </a:solidFill>
                <a:cs typeface="Bai Jamjuree" panose="00000500000000000000" pitchFamily="2" charset="-34"/>
              </a:rPr>
              <a:t> labore et dolore magna </a:t>
            </a:r>
            <a:r>
              <a:rPr lang="en-IN" sz="900" err="1">
                <a:solidFill>
                  <a:schemeClr val="bg1"/>
                </a:solidFill>
                <a:cs typeface="Bai Jamjuree" panose="00000500000000000000" pitchFamily="2" charset="-34"/>
              </a:rPr>
              <a:t>aliqua</a:t>
            </a:r>
            <a:r>
              <a:rPr lang="en-IN" sz="900">
                <a:solidFill>
                  <a:schemeClr val="bg1"/>
                </a:solidFill>
                <a:cs typeface="Bai Jamjuree" panose="00000500000000000000" pitchFamily="2" charset="-34"/>
              </a:rPr>
              <a:t>. Ut </a:t>
            </a:r>
            <a:r>
              <a:rPr lang="en-IN" sz="900" err="1">
                <a:solidFill>
                  <a:schemeClr val="bg1"/>
                </a:solidFill>
                <a:cs typeface="Bai Jamjuree" panose="00000500000000000000" pitchFamily="2" charset="-34"/>
              </a:rPr>
              <a:t>enim</a:t>
            </a:r>
            <a:r>
              <a:rPr lang="en-IN" sz="900">
                <a:solidFill>
                  <a:schemeClr val="bg1"/>
                </a:solidFill>
                <a:cs typeface="Bai Jamjuree" panose="00000500000000000000" pitchFamily="2" charset="-34"/>
              </a:rPr>
              <a:t> ad minim </a:t>
            </a:r>
            <a:r>
              <a:rPr lang="en-IN" sz="900" err="1">
                <a:solidFill>
                  <a:schemeClr val="bg1"/>
                </a:solidFill>
                <a:cs typeface="Bai Jamjuree" panose="00000500000000000000" pitchFamily="2" charset="-34"/>
              </a:rPr>
              <a:t>veniam</a:t>
            </a:r>
            <a:endParaRPr lang="en-IN" sz="900">
              <a:solidFill>
                <a:schemeClr val="bg1"/>
              </a:solidFill>
              <a:cs typeface="Bai Jamjuree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85719562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A2B8E3-A103-3411-40BA-8FD239B4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9777" y="1454874"/>
            <a:ext cx="2394416" cy="333105"/>
          </a:xfrm>
        </p:spPr>
        <p:txBody>
          <a:bodyPr/>
          <a:lstStyle/>
          <a:p>
            <a:r>
              <a:rPr lang="en-IN" sz="2400" kern="1200" cap="all" baseline="0" dirty="0">
                <a:solidFill>
                  <a:srgbClr val="FFFFFF"/>
                </a:solidFill>
                <a:effectLst/>
                <a:latin typeface="Tw Cen MT" panose="020B0602020104020603" pitchFamily="34" charset="0"/>
                <a:ea typeface="+mj-ea"/>
                <a:cs typeface="+mj-cs"/>
              </a:rPr>
              <a:t>Conclusion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4D4EDB-B483-4B16-12CA-32AC64BA9771}"/>
              </a:ext>
            </a:extLst>
          </p:cNvPr>
          <p:cNvSpPr txBox="1"/>
          <p:nvPr/>
        </p:nvSpPr>
        <p:spPr>
          <a:xfrm>
            <a:off x="4749333" y="2186268"/>
            <a:ext cx="4119362" cy="22306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indent="-228600" algn="just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rgbClr val="FFFFFF"/>
                </a:solidFill>
                <a:effectLst/>
                <a:latin typeface="Tw Cen MT" panose="020B0602020104020603" pitchFamily="34" charset="0"/>
                <a:ea typeface="+mn-ea"/>
                <a:cs typeface="+mn-cs"/>
              </a:rPr>
              <a:t>Reduced nurse workload using AI-powered retrieval</a:t>
            </a:r>
            <a:endParaRPr lang="en-IN" dirty="0"/>
          </a:p>
          <a:p>
            <a:pPr marL="228600" indent="-228600" algn="just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rgbClr val="FFFFFF"/>
                </a:solidFill>
                <a:effectLst/>
                <a:latin typeface="Tw Cen MT" panose="020B0602020104020603" pitchFamily="34" charset="0"/>
                <a:ea typeface="+mn-ea"/>
                <a:cs typeface="+mn-cs"/>
              </a:rPr>
              <a:t>Embedded models + FAISS index enable real-time search</a:t>
            </a:r>
            <a:endParaRPr lang="en-IN" sz="1200" dirty="0"/>
          </a:p>
          <a:p>
            <a:pPr marL="228600" indent="-228600" algn="just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rgbClr val="FFFFFF"/>
                </a:solidFill>
                <a:effectLst/>
                <a:latin typeface="Tw Cen MT" panose="020B0602020104020603" pitchFamily="34" charset="0"/>
                <a:ea typeface="+mn-ea"/>
                <a:cs typeface="+mn-cs"/>
              </a:rPr>
              <a:t>Effective for hospitals, clinics, or telemedicine platforms</a:t>
            </a:r>
            <a:endParaRPr lang="en-IN" sz="1200" dirty="0">
              <a:effectLst/>
            </a:endParaRP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C98B7BB7-EB42-E229-9EE0-BAB8E94B721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050713184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F69FD-957E-C0BE-8121-6304A6CA9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283" y="2114702"/>
            <a:ext cx="4151601" cy="914096"/>
          </a:xfrm>
        </p:spPr>
        <p:txBody>
          <a:bodyPr wrap="square" anchor="b">
            <a:normAutofit/>
          </a:bodyPr>
          <a:lstStyle/>
          <a:p>
            <a:r>
              <a:rPr lang="en-IN" b="1" dirty="0"/>
              <a:t>OPEN FOR QUESTION</a:t>
            </a:r>
          </a:p>
        </p:txBody>
      </p:sp>
    </p:spTree>
    <p:extLst>
      <p:ext uri="{BB962C8B-B14F-4D97-AF65-F5344CB8AC3E}">
        <p14:creationId xmlns:p14="http://schemas.microsoft.com/office/powerpoint/2010/main" val="1634652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blue liquid flowing in the air&#10;&#10;Description automatically generated">
            <a:extLst>
              <a:ext uri="{FF2B5EF4-FFF2-40B4-BE49-F238E27FC236}">
                <a16:creationId xmlns:a16="http://schemas.microsoft.com/office/drawing/2014/main" id="{EA430472-7E51-3C63-B053-6430CFB2C8F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1656F3B-F757-1ED2-A8A1-860881363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283" y="2348708"/>
            <a:ext cx="4151601" cy="446084"/>
          </a:xfrm>
        </p:spPr>
        <p:txBody>
          <a:bodyPr/>
          <a:lstStyle/>
          <a:p>
            <a:r>
              <a:rPr lang="en-IN" b="1" dirty="0"/>
              <a:t>Thank You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1B6DE3D-9800-E934-49C6-F364FC717E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283" y="475910"/>
            <a:ext cx="2177206" cy="263723"/>
          </a:xfrm>
          <a:prstGeom prst="rect">
            <a:avLst/>
          </a:prstGeom>
        </p:spPr>
      </p:pic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AB754DDE-7CD6-2E25-EA12-CB3B28BADA64}"/>
              </a:ext>
            </a:extLst>
          </p:cNvPr>
          <p:cNvSpPr txBox="1">
            <a:spLocks/>
          </p:cNvSpPr>
          <p:nvPr/>
        </p:nvSpPr>
        <p:spPr>
          <a:xfrm>
            <a:off x="339725" y="3626340"/>
            <a:ext cx="5756275" cy="98488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just" defTabSz="6858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800" kern="1200">
                <a:solidFill>
                  <a:schemeClr val="tx1">
                    <a:lumMod val="8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>
                    <a:lumMod val="65000"/>
                  </a:schemeClr>
                </a:solidFill>
                <a:latin typeface="+mn-lt"/>
                <a:cs typeface="Bai Jamjuree" pitchFamily="2" charset="-34"/>
              </a:rPr>
              <a:t>CitiusTech - Shaping Healthcare Possibilities.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>
                    <a:lumMod val="65000"/>
                  </a:schemeClr>
                </a:solidFill>
                <a:latin typeface="+mn-lt"/>
                <a:cs typeface="Bai Jamjuree" pitchFamily="2" charset="-34"/>
              </a:rPr>
              <a:t>CitiusTech is a global IT services, consulting, and business solutions enterprise 100% focused on the healthcare and life sciences industry. We enable 140+ enterprises to build a human-first ecosystem that is efficient, effective, and equitable with deep domain expertise and next-gen technology.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>
                    <a:lumMod val="65000"/>
                  </a:schemeClr>
                </a:solidFill>
                <a:latin typeface="+mn-lt"/>
                <a:cs typeface="Bai Jamjuree" pitchFamily="2" charset="-34"/>
              </a:rPr>
              <a:t>With over 8,500 healthcare technology professionals worldwide, CitiusTech powers healthcare digital innovation, business transformation, and industry-wide convergence through next-generation technologies, solutions, and products.</a:t>
            </a:r>
          </a:p>
          <a:p>
            <a:pPr>
              <a:lnSpc>
                <a:spcPct val="100000"/>
              </a:lnSpc>
            </a:pPr>
            <a:endParaRPr lang="en-US" dirty="0">
              <a:solidFill>
                <a:schemeClr val="tx1">
                  <a:lumMod val="65000"/>
                </a:schemeClr>
              </a:solidFill>
              <a:latin typeface="+mn-lt"/>
              <a:cs typeface="Bai Jamjuree" pitchFamily="2" charset="-34"/>
            </a:endParaRP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>
                    <a:lumMod val="65000"/>
                  </a:schemeClr>
                </a:solidFill>
                <a:latin typeface="+mn-lt"/>
                <a:cs typeface="Bai Jamjuree" pitchFamily="2" charset="-34"/>
              </a:rPr>
              <a:t>www.citiustech.com</a:t>
            </a:r>
            <a:endParaRPr lang="en-IN" dirty="0">
              <a:solidFill>
                <a:schemeClr val="tx1">
                  <a:lumMod val="65000"/>
                </a:schemeClr>
              </a:solidFill>
              <a:latin typeface="+mn-lt"/>
              <a:cs typeface="Bai Jamjuree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80830930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CitiusTech Brand Colours">
      <a:dk1>
        <a:srgbClr val="FFFFFF"/>
      </a:dk1>
      <a:lt1>
        <a:srgbClr val="000000"/>
      </a:lt1>
      <a:dk2>
        <a:srgbClr val="8DA1E2"/>
      </a:dk2>
      <a:lt2>
        <a:srgbClr val="2E006B"/>
      </a:lt2>
      <a:accent1>
        <a:srgbClr val="211CE8"/>
      </a:accent1>
      <a:accent2>
        <a:srgbClr val="180C4B"/>
      </a:accent2>
      <a:accent3>
        <a:srgbClr val="70F2FF"/>
      </a:accent3>
      <a:accent4>
        <a:srgbClr val="006EFC"/>
      </a:accent4>
      <a:accent5>
        <a:srgbClr val="8C82FF"/>
      </a:accent5>
      <a:accent6>
        <a:srgbClr val="6BBDFA"/>
      </a:accent6>
      <a:hlink>
        <a:srgbClr val="000000"/>
      </a:hlink>
      <a:folHlink>
        <a:srgbClr val="000000"/>
      </a:folHlink>
    </a:clrScheme>
    <a:fontScheme name="CitiusTech Font">
      <a:majorFont>
        <a:latin typeface="Aptos Light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8C59E7981A694D9D669DCB1F8C229B" ma:contentTypeVersion="23" ma:contentTypeDescription="Create a new document." ma:contentTypeScope="" ma:versionID="b25677f34fee672fe713f1ead4d6567f">
  <xsd:schema xmlns:xsd="http://www.w3.org/2001/XMLSchema" xmlns:xs="http://www.w3.org/2001/XMLSchema" xmlns:p="http://schemas.microsoft.com/office/2006/metadata/properties" xmlns:ns2="99920f6d-781c-4192-b328-165f76f2ea64" xmlns:ns3="ec74de57-09a4-4a43-b2ed-b3ef2403b32a" xmlns:ns4="98972ee7-28fd-423f-a5c0-30f578a03d4f" targetNamespace="http://schemas.microsoft.com/office/2006/metadata/properties" ma:root="true" ma:fieldsID="04afab0bad4c93f4603dfe19c092f345" ns2:_="" ns3:_="" ns4:_="">
    <xsd:import namespace="99920f6d-781c-4192-b328-165f76f2ea64"/>
    <xsd:import namespace="ec74de57-09a4-4a43-b2ed-b3ef2403b32a"/>
    <xsd:import namespace="98972ee7-28fd-423f-a5c0-30f578a03d4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astSharedByUser" minOccurs="0"/>
                <xsd:element ref="ns3:LastSharedByTime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ServiceObjectDetectorVersions" minOccurs="0"/>
                <xsd:element ref="ns4:lcf76f155ced4ddcb4097134ff3c332f" minOccurs="0"/>
                <xsd:element ref="ns2:TaxCatchAll" minOccurs="0"/>
                <xsd:element ref="ns4:MediaServiceSearchProperties" minOccurs="0"/>
                <xsd:element ref="ns4:MediaLengthInSecond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920f6d-781c-4192-b328-165f76f2ea6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e5113a1d-9ebc-43ab-8b53-cee6f1196018}" ma:internalName="TaxCatchAll" ma:showField="CatchAllData" ma:web="99920f6d-781c-4192-b328-165f76f2ea6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74de57-09a4-4a43-b2ed-b3ef2403b32a" elementFormDefault="qualified">
    <xsd:import namespace="http://schemas.microsoft.com/office/2006/documentManagement/types"/>
    <xsd:import namespace="http://schemas.microsoft.com/office/infopath/2007/PartnerControls"/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972ee7-28fd-423f-a5c0-30f578a03d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25ca7cf3-9a94-4e42-baaa-93fa7b092b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7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9920f6d-781c-4192-b328-165f76f2ea64" xsi:nil="true"/>
    <lcf76f155ced4ddcb4097134ff3c332f xmlns="98972ee7-28fd-423f-a5c0-30f578a03d4f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F37CE9E-8C8E-43BB-8544-3D364AF90A96}">
  <ds:schemaRefs>
    <ds:schemaRef ds:uri="98972ee7-28fd-423f-a5c0-30f578a03d4f"/>
    <ds:schemaRef ds:uri="99920f6d-781c-4192-b328-165f76f2ea64"/>
    <ds:schemaRef ds:uri="ec74de57-09a4-4a43-b2ed-b3ef2403b32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51DCE3B-4968-4D95-B988-6F036965E68B}">
  <ds:schemaRefs>
    <ds:schemaRef ds:uri="98972ee7-28fd-423f-a5c0-30f578a03d4f"/>
    <ds:schemaRef ds:uri="99920f6d-781c-4192-b328-165f76f2ea64"/>
    <ds:schemaRef ds:uri="ec74de57-09a4-4a43-b2ed-b3ef2403b32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338DFEE-4951-4454-9336-1BF3C14D370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70</TotalTime>
  <Words>658</Words>
  <Application>Microsoft Office PowerPoint</Application>
  <PresentationFormat>On-screen Show (16:9)</PresentationFormat>
  <Paragraphs>76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Arial</vt:lpstr>
      <vt:lpstr>Bai Jamjuree</vt:lpstr>
      <vt:lpstr>Calibri</vt:lpstr>
      <vt:lpstr>Consolas</vt:lpstr>
      <vt:lpstr>Segoe Sans</vt:lpstr>
      <vt:lpstr>Tw Cen MT</vt:lpstr>
      <vt:lpstr>Office Theme</vt:lpstr>
      <vt:lpstr>PowerPoint Presentation</vt:lpstr>
      <vt:lpstr>PROJECT TITLE</vt:lpstr>
      <vt:lpstr>Agenda</vt:lpstr>
      <vt:lpstr>Business problem</vt:lpstr>
      <vt:lpstr>Solution approach</vt:lpstr>
      <vt:lpstr>Data Preparation</vt:lpstr>
      <vt:lpstr>PowerPoint Presentation</vt:lpstr>
      <vt:lpstr>PowerPoint Presentation</vt:lpstr>
      <vt:lpstr>PowerPoint Presentation</vt:lpstr>
      <vt:lpstr>SYSTEM ARCHITECHTURE RETRIEVAL FLOW </vt:lpstr>
      <vt:lpstr>DEMO</vt:lpstr>
      <vt:lpstr>PowerPoint Presentation</vt:lpstr>
      <vt:lpstr>CHALLENGES</vt:lpstr>
      <vt:lpstr>PowerPoint Presentation</vt:lpstr>
      <vt:lpstr>Lorem ipsum</vt:lpstr>
      <vt:lpstr>Conclusion</vt:lpstr>
      <vt:lpstr>OPEN FOR QUESTION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Prabhu Ravi</dc:creator>
  <cp:keywords/>
  <dc:description/>
  <cp:lastModifiedBy>Vijay Agrawal</cp:lastModifiedBy>
  <cp:revision>10</cp:revision>
  <dcterms:created xsi:type="dcterms:W3CDTF">2024-07-18T07:18:00Z</dcterms:created>
  <dcterms:modified xsi:type="dcterms:W3CDTF">2025-09-10T09:35:34Z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0x010100838C59E7981A694D9D669DCB1F8C229B</vt:lpwstr>
  </property>
  <property fmtid="{D5CDD505-2E9C-101B-9397-08002B2CF9AE}" pid="3" name="MediaServiceImageTags">
    <vt:lpwstr/>
  </property>
</Properties>
</file>